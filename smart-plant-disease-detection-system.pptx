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4401800" cy="8102600"/>
  <p:notesSz cx="14401800" cy="8102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FBB43A-9F87-4EA8-9900-B344CB19E915}" v="5" dt="2025-04-12T16:27:38.461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033" autoAdjust="0"/>
  </p:normalViewPr>
  <p:slideViewPr>
    <p:cSldViewPr>
      <p:cViewPr>
        <p:scale>
          <a:sx n="50" d="100"/>
          <a:sy n="50" d="100"/>
        </p:scale>
        <p:origin x="840" y="5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itu.charan91826681@gmail.com" userId="e726bb649c2c89b2" providerId="LiveId" clId="{E2BCA838-2E0E-47AD-A01E-2EA7668F210C}"/>
    <pc:docChg chg="undo custSel addSld modSld">
      <pc:chgData name="chaitu.charan91826681@gmail.com" userId="e726bb649c2c89b2" providerId="LiveId" clId="{E2BCA838-2E0E-47AD-A01E-2EA7668F210C}" dt="2025-04-12T16:30:27.971" v="879" actId="1076"/>
      <pc:docMkLst>
        <pc:docMk/>
      </pc:docMkLst>
      <pc:sldChg chg="addSp delSp modSp mod">
        <pc:chgData name="chaitu.charan91826681@gmail.com" userId="e726bb649c2c89b2" providerId="LiveId" clId="{E2BCA838-2E0E-47AD-A01E-2EA7668F210C}" dt="2025-04-12T16:30:27.971" v="879" actId="1076"/>
        <pc:sldMkLst>
          <pc:docMk/>
          <pc:sldMk cId="0" sldId="256"/>
        </pc:sldMkLst>
        <pc:spChg chg="mod">
          <ac:chgData name="chaitu.charan91826681@gmail.com" userId="e726bb649c2c89b2" providerId="LiveId" clId="{E2BCA838-2E0E-47AD-A01E-2EA7668F210C}" dt="2025-04-12T16:30:05.319" v="875" actId="14100"/>
          <ac:spMkLst>
            <pc:docMk/>
            <pc:sldMk cId="0" sldId="256"/>
            <ac:spMk id="2" creationId="{00000000-0000-0000-0000-000000000000}"/>
          </ac:spMkLst>
        </pc:spChg>
        <pc:spChg chg="del">
          <ac:chgData name="chaitu.charan91826681@gmail.com" userId="e726bb649c2c89b2" providerId="LiveId" clId="{E2BCA838-2E0E-47AD-A01E-2EA7668F210C}" dt="2025-04-12T14:57:36.511" v="18"/>
          <ac:spMkLst>
            <pc:docMk/>
            <pc:sldMk cId="0" sldId="256"/>
            <ac:spMk id="4" creationId="{00000000-0000-0000-0000-000000000000}"/>
          </ac:spMkLst>
        </pc:spChg>
        <pc:spChg chg="del mod">
          <ac:chgData name="chaitu.charan91826681@gmail.com" userId="e726bb649c2c89b2" providerId="LiveId" clId="{E2BCA838-2E0E-47AD-A01E-2EA7668F210C}" dt="2025-04-12T15:14:15.533" v="178"/>
          <ac:spMkLst>
            <pc:docMk/>
            <pc:sldMk cId="0" sldId="256"/>
            <ac:spMk id="5" creationId="{00000000-0000-0000-0000-000000000000}"/>
          </ac:spMkLst>
        </pc:spChg>
        <pc:spChg chg="del">
          <ac:chgData name="chaitu.charan91826681@gmail.com" userId="e726bb649c2c89b2" providerId="LiveId" clId="{E2BCA838-2E0E-47AD-A01E-2EA7668F210C}" dt="2025-04-12T14:57:36.513" v="20"/>
          <ac:spMkLst>
            <pc:docMk/>
            <pc:sldMk cId="0" sldId="256"/>
            <ac:spMk id="6" creationId="{00000000-0000-0000-0000-000000000000}"/>
          </ac:spMkLst>
        </pc:spChg>
        <pc:spChg chg="add del mod">
          <ac:chgData name="chaitu.charan91826681@gmail.com" userId="e726bb649c2c89b2" providerId="LiveId" clId="{E2BCA838-2E0E-47AD-A01E-2EA7668F210C}" dt="2025-04-12T14:57:36.508" v="16" actId="478"/>
          <ac:spMkLst>
            <pc:docMk/>
            <pc:sldMk cId="0" sldId="256"/>
            <ac:spMk id="7" creationId="{4B8131A0-6E42-E947-6937-4166E851F79F}"/>
          </ac:spMkLst>
        </pc:spChg>
        <pc:spChg chg="add mod">
          <ac:chgData name="chaitu.charan91826681@gmail.com" userId="e726bb649c2c89b2" providerId="LiveId" clId="{E2BCA838-2E0E-47AD-A01E-2EA7668F210C}" dt="2025-04-12T15:14:39.208" v="179" actId="1076"/>
          <ac:spMkLst>
            <pc:docMk/>
            <pc:sldMk cId="0" sldId="256"/>
            <ac:spMk id="8" creationId="{553855E2-2EF2-222A-4789-3C19DC1649CD}"/>
          </ac:spMkLst>
        </pc:spChg>
        <pc:spChg chg="add del mod">
          <ac:chgData name="chaitu.charan91826681@gmail.com" userId="e726bb649c2c89b2" providerId="LiveId" clId="{E2BCA838-2E0E-47AD-A01E-2EA7668F210C}" dt="2025-04-12T15:26:11.027" v="301" actId="1076"/>
          <ac:spMkLst>
            <pc:docMk/>
            <pc:sldMk cId="0" sldId="256"/>
            <ac:spMk id="9" creationId="{CBD0123A-9F45-0552-89CE-CDB1C149F249}"/>
          </ac:spMkLst>
        </pc:spChg>
        <pc:spChg chg="add mod">
          <ac:chgData name="chaitu.charan91826681@gmail.com" userId="e726bb649c2c89b2" providerId="LiveId" clId="{E2BCA838-2E0E-47AD-A01E-2EA7668F210C}" dt="2025-04-12T15:38:01.078" v="406" actId="20577"/>
          <ac:spMkLst>
            <pc:docMk/>
            <pc:sldMk cId="0" sldId="256"/>
            <ac:spMk id="10" creationId="{50AD4DB5-52FE-5B9A-3B7F-A88E28E8D212}"/>
          </ac:spMkLst>
        </pc:spChg>
        <pc:picChg chg="mod">
          <ac:chgData name="chaitu.charan91826681@gmail.com" userId="e726bb649c2c89b2" providerId="LiveId" clId="{E2BCA838-2E0E-47AD-A01E-2EA7668F210C}" dt="2025-04-12T16:30:23.053" v="878" actId="14100"/>
          <ac:picMkLst>
            <pc:docMk/>
            <pc:sldMk cId="0" sldId="256"/>
            <ac:picMk id="3" creationId="{00000000-0000-0000-0000-000000000000}"/>
          </ac:picMkLst>
        </pc:picChg>
        <pc:picChg chg="add mod">
          <ac:chgData name="chaitu.charan91826681@gmail.com" userId="e726bb649c2c89b2" providerId="LiveId" clId="{E2BCA838-2E0E-47AD-A01E-2EA7668F210C}" dt="2025-04-12T16:30:27.971" v="879" actId="1076"/>
          <ac:picMkLst>
            <pc:docMk/>
            <pc:sldMk cId="0" sldId="256"/>
            <ac:picMk id="12" creationId="{304F728D-246E-48D1-DDD0-EE26F17138A0}"/>
          </ac:picMkLst>
        </pc:picChg>
      </pc:sldChg>
      <pc:sldChg chg="modSp mod">
        <pc:chgData name="chaitu.charan91826681@gmail.com" userId="e726bb649c2c89b2" providerId="LiveId" clId="{E2BCA838-2E0E-47AD-A01E-2EA7668F210C}" dt="2025-04-12T15:49:38.992" v="509" actId="20577"/>
        <pc:sldMkLst>
          <pc:docMk/>
          <pc:sldMk cId="0" sldId="257"/>
        </pc:sldMkLst>
        <pc:spChg chg="mod">
          <ac:chgData name="chaitu.charan91826681@gmail.com" userId="e726bb649c2c89b2" providerId="LiveId" clId="{E2BCA838-2E0E-47AD-A01E-2EA7668F210C}" dt="2025-04-12T15:43:21.580" v="410" actId="255"/>
          <ac:spMkLst>
            <pc:docMk/>
            <pc:sldMk cId="0" sldId="257"/>
            <ac:spMk id="3" creationId="{00000000-0000-0000-0000-000000000000}"/>
          </ac:spMkLst>
        </pc:spChg>
        <pc:spChg chg="mod">
          <ac:chgData name="chaitu.charan91826681@gmail.com" userId="e726bb649c2c89b2" providerId="LiveId" clId="{E2BCA838-2E0E-47AD-A01E-2EA7668F210C}" dt="2025-04-12T15:42:18.993" v="407" actId="255"/>
          <ac:spMkLst>
            <pc:docMk/>
            <pc:sldMk cId="0" sldId="257"/>
            <ac:spMk id="4" creationId="{00000000-0000-0000-0000-000000000000}"/>
          </ac:spMkLst>
        </pc:spChg>
        <pc:spChg chg="mod">
          <ac:chgData name="chaitu.charan91826681@gmail.com" userId="e726bb649c2c89b2" providerId="LiveId" clId="{E2BCA838-2E0E-47AD-A01E-2EA7668F210C}" dt="2025-04-12T15:49:38.992" v="509" actId="20577"/>
          <ac:spMkLst>
            <pc:docMk/>
            <pc:sldMk cId="0" sldId="257"/>
            <ac:spMk id="5" creationId="{00000000-0000-0000-0000-000000000000}"/>
          </ac:spMkLst>
        </pc:spChg>
      </pc:sldChg>
      <pc:sldChg chg="modSp mod">
        <pc:chgData name="chaitu.charan91826681@gmail.com" userId="e726bb649c2c89b2" providerId="LiveId" clId="{E2BCA838-2E0E-47AD-A01E-2EA7668F210C}" dt="2025-04-12T15:52:06.742" v="530" actId="20577"/>
        <pc:sldMkLst>
          <pc:docMk/>
          <pc:sldMk cId="0" sldId="258"/>
        </pc:sldMkLst>
        <pc:spChg chg="mod">
          <ac:chgData name="chaitu.charan91826681@gmail.com" userId="e726bb649c2c89b2" providerId="LiveId" clId="{E2BCA838-2E0E-47AD-A01E-2EA7668F210C}" dt="2025-04-12T15:52:06.742" v="530" actId="20577"/>
          <ac:spMkLst>
            <pc:docMk/>
            <pc:sldMk cId="0" sldId="258"/>
            <ac:spMk id="3" creationId="{00000000-0000-0000-0000-000000000000}"/>
          </ac:spMkLst>
        </pc:spChg>
      </pc:sldChg>
      <pc:sldChg chg="addSp delSp modSp mod">
        <pc:chgData name="chaitu.charan91826681@gmail.com" userId="e726bb649c2c89b2" providerId="LiveId" clId="{E2BCA838-2E0E-47AD-A01E-2EA7668F210C}" dt="2025-04-12T16:05:50.410" v="608" actId="1440"/>
        <pc:sldMkLst>
          <pc:docMk/>
          <pc:sldMk cId="0" sldId="259"/>
        </pc:sldMkLst>
        <pc:spChg chg="mod">
          <ac:chgData name="chaitu.charan91826681@gmail.com" userId="e726bb649c2c89b2" providerId="LiveId" clId="{E2BCA838-2E0E-47AD-A01E-2EA7668F210C}" dt="2025-04-12T15:57:36.209" v="587" actId="20577"/>
          <ac:spMkLst>
            <pc:docMk/>
            <pc:sldMk cId="0" sldId="259"/>
            <ac:spMk id="3" creationId="{00000000-0000-0000-0000-000000000000}"/>
          </ac:spMkLst>
        </pc:spChg>
        <pc:spChg chg="mod">
          <ac:chgData name="chaitu.charan91826681@gmail.com" userId="e726bb649c2c89b2" providerId="LiveId" clId="{E2BCA838-2E0E-47AD-A01E-2EA7668F210C}" dt="2025-04-12T15:59:58.648" v="597" actId="14100"/>
          <ac:spMkLst>
            <pc:docMk/>
            <pc:sldMk cId="0" sldId="259"/>
            <ac:spMk id="4" creationId="{00000000-0000-0000-0000-000000000000}"/>
          </ac:spMkLst>
        </pc:spChg>
        <pc:spChg chg="add del">
          <ac:chgData name="chaitu.charan91826681@gmail.com" userId="e726bb649c2c89b2" providerId="LiveId" clId="{E2BCA838-2E0E-47AD-A01E-2EA7668F210C}" dt="2025-04-12T16:01:50.273" v="603" actId="478"/>
          <ac:spMkLst>
            <pc:docMk/>
            <pc:sldMk cId="0" sldId="259"/>
            <ac:spMk id="6" creationId="{D1E16703-D540-B018-40A2-EE896CB1CA8B}"/>
          </ac:spMkLst>
        </pc:spChg>
        <pc:picChg chg="del">
          <ac:chgData name="chaitu.charan91826681@gmail.com" userId="e726bb649c2c89b2" providerId="LiveId" clId="{E2BCA838-2E0E-47AD-A01E-2EA7668F210C}" dt="2025-04-12T15:58:44.937" v="590" actId="478"/>
          <ac:picMkLst>
            <pc:docMk/>
            <pc:sldMk cId="0" sldId="259"/>
            <ac:picMk id="2" creationId="{00000000-0000-0000-0000-000000000000}"/>
          </ac:picMkLst>
        </pc:picChg>
        <pc:picChg chg="mod">
          <ac:chgData name="chaitu.charan91826681@gmail.com" userId="e726bb649c2c89b2" providerId="LiveId" clId="{E2BCA838-2E0E-47AD-A01E-2EA7668F210C}" dt="2025-04-12T16:05:50.410" v="608" actId="1440"/>
          <ac:picMkLst>
            <pc:docMk/>
            <pc:sldMk cId="0" sldId="259"/>
            <ac:picMk id="5" creationId="{00000000-0000-0000-0000-000000000000}"/>
          </ac:picMkLst>
        </pc:picChg>
      </pc:sldChg>
      <pc:sldChg chg="addSp delSp modSp mod">
        <pc:chgData name="chaitu.charan91826681@gmail.com" userId="e726bb649c2c89b2" providerId="LiveId" clId="{E2BCA838-2E0E-47AD-A01E-2EA7668F210C}" dt="2025-04-12T16:13:07.932" v="738" actId="1076"/>
        <pc:sldMkLst>
          <pc:docMk/>
          <pc:sldMk cId="0" sldId="260"/>
        </pc:sldMkLst>
        <pc:spChg chg="mod">
          <ac:chgData name="chaitu.charan91826681@gmail.com" userId="e726bb649c2c89b2" providerId="LiveId" clId="{E2BCA838-2E0E-47AD-A01E-2EA7668F210C}" dt="2025-04-12T16:13:07.932" v="738" actId="1076"/>
          <ac:spMkLst>
            <pc:docMk/>
            <pc:sldMk cId="0" sldId="260"/>
            <ac:spMk id="13" creationId="{00000000-0000-0000-0000-000000000000}"/>
          </ac:spMkLst>
        </pc:spChg>
        <pc:spChg chg="del">
          <ac:chgData name="chaitu.charan91826681@gmail.com" userId="e726bb649c2c89b2" providerId="LiveId" clId="{E2BCA838-2E0E-47AD-A01E-2EA7668F210C}" dt="2025-04-12T16:06:11.681" v="628" actId="478"/>
          <ac:spMkLst>
            <pc:docMk/>
            <pc:sldMk cId="0" sldId="260"/>
            <ac:spMk id="14" creationId="{00000000-0000-0000-0000-000000000000}"/>
          </ac:spMkLst>
        </pc:spChg>
        <pc:spChg chg="del mod">
          <ac:chgData name="chaitu.charan91826681@gmail.com" userId="e726bb649c2c89b2" providerId="LiveId" clId="{E2BCA838-2E0E-47AD-A01E-2EA7668F210C}" dt="2025-04-12T16:07:19.191" v="678"/>
          <ac:spMkLst>
            <pc:docMk/>
            <pc:sldMk cId="0" sldId="260"/>
            <ac:spMk id="18" creationId="{00000000-0000-0000-0000-000000000000}"/>
          </ac:spMkLst>
        </pc:spChg>
        <pc:spChg chg="del mod">
          <ac:chgData name="chaitu.charan91826681@gmail.com" userId="e726bb649c2c89b2" providerId="LiveId" clId="{E2BCA838-2E0E-47AD-A01E-2EA7668F210C}" dt="2025-04-12T16:06:32.777" v="638"/>
          <ac:spMkLst>
            <pc:docMk/>
            <pc:sldMk cId="0" sldId="260"/>
            <ac:spMk id="19" creationId="{00000000-0000-0000-0000-000000000000}"/>
          </ac:spMkLst>
        </pc:spChg>
        <pc:spChg chg="del">
          <ac:chgData name="chaitu.charan91826681@gmail.com" userId="e726bb649c2c89b2" providerId="LiveId" clId="{E2BCA838-2E0E-47AD-A01E-2EA7668F210C}" dt="2025-04-12T16:07:06.199" v="675" actId="478"/>
          <ac:spMkLst>
            <pc:docMk/>
            <pc:sldMk cId="0" sldId="260"/>
            <ac:spMk id="24" creationId="{00000000-0000-0000-0000-000000000000}"/>
          </ac:spMkLst>
        </pc:spChg>
        <pc:spChg chg="del mod">
          <ac:chgData name="chaitu.charan91826681@gmail.com" userId="e726bb649c2c89b2" providerId="LiveId" clId="{E2BCA838-2E0E-47AD-A01E-2EA7668F210C}" dt="2025-04-12T16:06:32.779" v="640"/>
          <ac:spMkLst>
            <pc:docMk/>
            <pc:sldMk cId="0" sldId="260"/>
            <ac:spMk id="25" creationId="{00000000-0000-0000-0000-000000000000}"/>
          </ac:spMkLst>
        </pc:spChg>
        <pc:spChg chg="del">
          <ac:chgData name="chaitu.charan91826681@gmail.com" userId="e726bb649c2c89b2" providerId="LiveId" clId="{E2BCA838-2E0E-47AD-A01E-2EA7668F210C}" dt="2025-04-12T16:07:00.926" v="672" actId="478"/>
          <ac:spMkLst>
            <pc:docMk/>
            <pc:sldMk cId="0" sldId="260"/>
            <ac:spMk id="27" creationId="{00000000-0000-0000-0000-000000000000}"/>
          </ac:spMkLst>
        </pc:spChg>
        <pc:spChg chg="del">
          <ac:chgData name="chaitu.charan91826681@gmail.com" userId="e726bb649c2c89b2" providerId="LiveId" clId="{E2BCA838-2E0E-47AD-A01E-2EA7668F210C}" dt="2025-04-12T16:06:32.775" v="636" actId="478"/>
          <ac:spMkLst>
            <pc:docMk/>
            <pc:sldMk cId="0" sldId="260"/>
            <ac:spMk id="28" creationId="{00000000-0000-0000-0000-000000000000}"/>
          </ac:spMkLst>
        </pc:spChg>
        <pc:spChg chg="del">
          <ac:chgData name="chaitu.charan91826681@gmail.com" userId="e726bb649c2c89b2" providerId="LiveId" clId="{E2BCA838-2E0E-47AD-A01E-2EA7668F210C}" dt="2025-04-12T16:06:53.822" v="671" actId="478"/>
          <ac:spMkLst>
            <pc:docMk/>
            <pc:sldMk cId="0" sldId="260"/>
            <ac:spMk id="33" creationId="{00000000-0000-0000-0000-000000000000}"/>
          </ac:spMkLst>
        </pc:spChg>
        <pc:spChg chg="del mod">
          <ac:chgData name="chaitu.charan91826681@gmail.com" userId="e726bb649c2c89b2" providerId="LiveId" clId="{E2BCA838-2E0E-47AD-A01E-2EA7668F210C}" dt="2025-04-12T16:06:51.912" v="670" actId="478"/>
          <ac:spMkLst>
            <pc:docMk/>
            <pc:sldMk cId="0" sldId="260"/>
            <ac:spMk id="34" creationId="{00000000-0000-0000-0000-000000000000}"/>
          </ac:spMkLst>
        </pc:spChg>
        <pc:grpChg chg="del">
          <ac:chgData name="chaitu.charan91826681@gmail.com" userId="e726bb649c2c89b2" providerId="LiveId" clId="{E2BCA838-2E0E-47AD-A01E-2EA7668F210C}" dt="2025-04-12T16:07:04.522" v="674" actId="478"/>
          <ac:grpSpMkLst>
            <pc:docMk/>
            <pc:sldMk cId="0" sldId="260"/>
            <ac:grpSpMk id="2" creationId="{00000000-0000-0000-0000-000000000000}"/>
          </ac:grpSpMkLst>
        </pc:grpChg>
        <pc:grpChg chg="del">
          <ac:chgData name="chaitu.charan91826681@gmail.com" userId="e726bb649c2c89b2" providerId="LiveId" clId="{E2BCA838-2E0E-47AD-A01E-2EA7668F210C}" dt="2025-04-12T16:07:02.501" v="673" actId="478"/>
          <ac:grpSpMkLst>
            <pc:docMk/>
            <pc:sldMk cId="0" sldId="260"/>
            <ac:grpSpMk id="5" creationId="{00000000-0000-0000-0000-000000000000}"/>
          </ac:grpSpMkLst>
        </pc:grpChg>
        <pc:grpChg chg="del">
          <ac:chgData name="chaitu.charan91826681@gmail.com" userId="e726bb649c2c89b2" providerId="LiveId" clId="{E2BCA838-2E0E-47AD-A01E-2EA7668F210C}" dt="2025-04-12T16:06:16.734" v="631" actId="478"/>
          <ac:grpSpMkLst>
            <pc:docMk/>
            <pc:sldMk cId="0" sldId="260"/>
            <ac:grpSpMk id="8" creationId="{00000000-0000-0000-0000-000000000000}"/>
          </ac:grpSpMkLst>
        </pc:grpChg>
        <pc:grpChg chg="del">
          <ac:chgData name="chaitu.charan91826681@gmail.com" userId="e726bb649c2c89b2" providerId="LiveId" clId="{E2BCA838-2E0E-47AD-A01E-2EA7668F210C}" dt="2025-04-12T16:06:13.426" v="629" actId="478"/>
          <ac:grpSpMkLst>
            <pc:docMk/>
            <pc:sldMk cId="0" sldId="260"/>
            <ac:grpSpMk id="15" creationId="{00000000-0000-0000-0000-000000000000}"/>
          </ac:grpSpMkLst>
        </pc:grpChg>
        <pc:grpChg chg="del">
          <ac:chgData name="chaitu.charan91826681@gmail.com" userId="e726bb649c2c89b2" providerId="LiveId" clId="{E2BCA838-2E0E-47AD-A01E-2EA7668F210C}" dt="2025-04-12T16:06:15.440" v="630" actId="478"/>
          <ac:grpSpMkLst>
            <pc:docMk/>
            <pc:sldMk cId="0" sldId="260"/>
            <ac:grpSpMk id="21" creationId="{00000000-0000-0000-0000-000000000000}"/>
          </ac:grpSpMkLst>
        </pc:grpChg>
        <pc:grpChg chg="del">
          <ac:chgData name="chaitu.charan91826681@gmail.com" userId="e726bb649c2c89b2" providerId="LiveId" clId="{E2BCA838-2E0E-47AD-A01E-2EA7668F210C}" dt="2025-04-12T16:06:18.395" v="632" actId="478"/>
          <ac:grpSpMkLst>
            <pc:docMk/>
            <pc:sldMk cId="0" sldId="260"/>
            <ac:grpSpMk id="29" creationId="{00000000-0000-0000-0000-000000000000}"/>
          </ac:grpSpMkLst>
        </pc:grpChg>
        <pc:picChg chg="add mod">
          <ac:chgData name="chaitu.charan91826681@gmail.com" userId="e726bb649c2c89b2" providerId="LiveId" clId="{E2BCA838-2E0E-47AD-A01E-2EA7668F210C}" dt="2025-04-12T16:11:47.809" v="737" actId="14100"/>
          <ac:picMkLst>
            <pc:docMk/>
            <pc:sldMk cId="0" sldId="260"/>
            <ac:picMk id="37" creationId="{7C6B9075-8341-8991-67B0-A269B02679C9}"/>
          </ac:picMkLst>
        </pc:picChg>
      </pc:sldChg>
      <pc:sldChg chg="modSp mod">
        <pc:chgData name="chaitu.charan91826681@gmail.com" userId="e726bb649c2c89b2" providerId="LiveId" clId="{E2BCA838-2E0E-47AD-A01E-2EA7668F210C}" dt="2025-04-12T16:21:22.113" v="849" actId="20577"/>
        <pc:sldMkLst>
          <pc:docMk/>
          <pc:sldMk cId="0" sldId="261"/>
        </pc:sldMkLst>
        <pc:spChg chg="mod">
          <ac:chgData name="chaitu.charan91826681@gmail.com" userId="e726bb649c2c89b2" providerId="LiveId" clId="{E2BCA838-2E0E-47AD-A01E-2EA7668F210C}" dt="2025-04-12T16:14:16.355" v="744" actId="1076"/>
          <ac:spMkLst>
            <pc:docMk/>
            <pc:sldMk cId="0" sldId="261"/>
            <ac:spMk id="428" creationId="{00000000-0000-0000-0000-000000000000}"/>
          </ac:spMkLst>
        </pc:spChg>
        <pc:spChg chg="mod">
          <ac:chgData name="chaitu.charan91826681@gmail.com" userId="e726bb649c2c89b2" providerId="LiveId" clId="{E2BCA838-2E0E-47AD-A01E-2EA7668F210C}" dt="2025-04-12T16:16:22.616" v="762" actId="20577"/>
          <ac:spMkLst>
            <pc:docMk/>
            <pc:sldMk cId="0" sldId="261"/>
            <ac:spMk id="430" creationId="{00000000-0000-0000-0000-000000000000}"/>
          </ac:spMkLst>
        </pc:spChg>
        <pc:spChg chg="mod">
          <ac:chgData name="chaitu.charan91826681@gmail.com" userId="e726bb649c2c89b2" providerId="LiveId" clId="{E2BCA838-2E0E-47AD-A01E-2EA7668F210C}" dt="2025-04-12T16:14:33.147" v="745" actId="255"/>
          <ac:spMkLst>
            <pc:docMk/>
            <pc:sldMk cId="0" sldId="261"/>
            <ac:spMk id="431" creationId="{00000000-0000-0000-0000-000000000000}"/>
          </ac:spMkLst>
        </pc:spChg>
        <pc:spChg chg="mod">
          <ac:chgData name="chaitu.charan91826681@gmail.com" userId="e726bb649c2c89b2" providerId="LiveId" clId="{E2BCA838-2E0E-47AD-A01E-2EA7668F210C}" dt="2025-04-12T16:17:07.408" v="779" actId="20577"/>
          <ac:spMkLst>
            <pc:docMk/>
            <pc:sldMk cId="0" sldId="261"/>
            <ac:spMk id="433" creationId="{00000000-0000-0000-0000-000000000000}"/>
          </ac:spMkLst>
        </pc:spChg>
        <pc:spChg chg="mod">
          <ac:chgData name="chaitu.charan91826681@gmail.com" userId="e726bb649c2c89b2" providerId="LiveId" clId="{E2BCA838-2E0E-47AD-A01E-2EA7668F210C}" dt="2025-04-12T16:14:45.991" v="746" actId="255"/>
          <ac:spMkLst>
            <pc:docMk/>
            <pc:sldMk cId="0" sldId="261"/>
            <ac:spMk id="434" creationId="{00000000-0000-0000-0000-000000000000}"/>
          </ac:spMkLst>
        </pc:spChg>
        <pc:spChg chg="mod">
          <ac:chgData name="chaitu.charan91826681@gmail.com" userId="e726bb649c2c89b2" providerId="LiveId" clId="{E2BCA838-2E0E-47AD-A01E-2EA7668F210C}" dt="2025-04-12T16:18:10.083" v="797" actId="20577"/>
          <ac:spMkLst>
            <pc:docMk/>
            <pc:sldMk cId="0" sldId="261"/>
            <ac:spMk id="436" creationId="{00000000-0000-0000-0000-000000000000}"/>
          </ac:spMkLst>
        </pc:spChg>
        <pc:spChg chg="mod">
          <ac:chgData name="chaitu.charan91826681@gmail.com" userId="e726bb649c2c89b2" providerId="LiveId" clId="{E2BCA838-2E0E-47AD-A01E-2EA7668F210C}" dt="2025-04-12T16:14:56.713" v="747" actId="255"/>
          <ac:spMkLst>
            <pc:docMk/>
            <pc:sldMk cId="0" sldId="261"/>
            <ac:spMk id="437" creationId="{00000000-0000-0000-0000-000000000000}"/>
          </ac:spMkLst>
        </pc:spChg>
        <pc:spChg chg="mod">
          <ac:chgData name="chaitu.charan91826681@gmail.com" userId="e726bb649c2c89b2" providerId="LiveId" clId="{E2BCA838-2E0E-47AD-A01E-2EA7668F210C}" dt="2025-04-12T16:19:50.603" v="821" actId="20577"/>
          <ac:spMkLst>
            <pc:docMk/>
            <pc:sldMk cId="0" sldId="261"/>
            <ac:spMk id="439" creationId="{00000000-0000-0000-0000-000000000000}"/>
          </ac:spMkLst>
        </pc:spChg>
        <pc:spChg chg="mod">
          <ac:chgData name="chaitu.charan91826681@gmail.com" userId="e726bb649c2c89b2" providerId="LiveId" clId="{E2BCA838-2E0E-47AD-A01E-2EA7668F210C}" dt="2025-04-12T16:15:05.831" v="748" actId="255"/>
          <ac:spMkLst>
            <pc:docMk/>
            <pc:sldMk cId="0" sldId="261"/>
            <ac:spMk id="440" creationId="{00000000-0000-0000-0000-000000000000}"/>
          </ac:spMkLst>
        </pc:spChg>
        <pc:spChg chg="mod">
          <ac:chgData name="chaitu.charan91826681@gmail.com" userId="e726bb649c2c89b2" providerId="LiveId" clId="{E2BCA838-2E0E-47AD-A01E-2EA7668F210C}" dt="2025-04-12T16:21:22.113" v="849" actId="20577"/>
          <ac:spMkLst>
            <pc:docMk/>
            <pc:sldMk cId="0" sldId="261"/>
            <ac:spMk id="442" creationId="{00000000-0000-0000-0000-000000000000}"/>
          </ac:spMkLst>
        </pc:spChg>
        <pc:spChg chg="mod">
          <ac:chgData name="chaitu.charan91826681@gmail.com" userId="e726bb649c2c89b2" providerId="LiveId" clId="{E2BCA838-2E0E-47AD-A01E-2EA7668F210C}" dt="2025-04-12T16:15:40.347" v="750" actId="255"/>
          <ac:spMkLst>
            <pc:docMk/>
            <pc:sldMk cId="0" sldId="261"/>
            <ac:spMk id="443" creationId="{00000000-0000-0000-0000-000000000000}"/>
          </ac:spMkLst>
        </pc:spChg>
      </pc:sldChg>
      <pc:sldChg chg="addSp delSp modSp new mod">
        <pc:chgData name="chaitu.charan91826681@gmail.com" userId="e726bb649c2c89b2" providerId="LiveId" clId="{E2BCA838-2E0E-47AD-A01E-2EA7668F210C}" dt="2025-04-12T16:28:20.381" v="867" actId="732"/>
        <pc:sldMkLst>
          <pc:docMk/>
          <pc:sldMk cId="3495097599" sldId="262"/>
        </pc:sldMkLst>
        <pc:picChg chg="add del mod modCrop">
          <ac:chgData name="chaitu.charan91826681@gmail.com" userId="e726bb649c2c89b2" providerId="LiveId" clId="{E2BCA838-2E0E-47AD-A01E-2EA7668F210C}" dt="2025-04-12T16:28:20.381" v="867" actId="732"/>
          <ac:picMkLst>
            <pc:docMk/>
            <pc:sldMk cId="3495097599" sldId="262"/>
            <ac:picMk id="3" creationId="{6794CBB0-BC14-FCA5-D7B2-F61D2CEDE16B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30225" y="406400"/>
            <a:ext cx="2145665" cy="1534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071719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160270" y="4537456"/>
            <a:ext cx="10081260" cy="20256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071719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071719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20090" y="1863598"/>
            <a:ext cx="6264783" cy="53477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416927" y="1863598"/>
            <a:ext cx="6264783" cy="53477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071719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63550" y="444500"/>
            <a:ext cx="3024504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071719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20090" y="1863598"/>
            <a:ext cx="12961620" cy="53477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896612" y="7535418"/>
            <a:ext cx="4608576" cy="4051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20090" y="7535418"/>
            <a:ext cx="3312414" cy="4051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369296" y="7535418"/>
            <a:ext cx="3312414" cy="4051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9163" y="-139700"/>
            <a:ext cx="14401800" cy="8534400"/>
          </a:xfrm>
          <a:custGeom>
            <a:avLst/>
            <a:gdLst/>
            <a:ahLst/>
            <a:cxnLst/>
            <a:rect l="l" t="t" r="r" b="b"/>
            <a:pathLst>
              <a:path w="14401800" h="8096250">
                <a:moveTo>
                  <a:pt x="14401798" y="8096249"/>
                </a:moveTo>
                <a:lnTo>
                  <a:pt x="0" y="8096249"/>
                </a:lnTo>
                <a:lnTo>
                  <a:pt x="0" y="0"/>
                </a:lnTo>
                <a:lnTo>
                  <a:pt x="14401798" y="0"/>
                </a:lnTo>
                <a:lnTo>
                  <a:pt x="14401798" y="8096249"/>
                </a:lnTo>
                <a:close/>
              </a:path>
            </a:pathLst>
          </a:custGeom>
          <a:solidFill>
            <a:srgbClr val="06202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49205" y="-139700"/>
            <a:ext cx="6096000" cy="8534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53855E2-2EF2-222A-4789-3C19DC1649CD}"/>
              </a:ext>
            </a:extLst>
          </p:cNvPr>
          <p:cNvSpPr txBox="1"/>
          <p:nvPr/>
        </p:nvSpPr>
        <p:spPr>
          <a:xfrm>
            <a:off x="533401" y="317500"/>
            <a:ext cx="697229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Smart Plant Disease Detection And Treatment Recommendation System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D0123A-9F45-0552-89CE-CDB1C149F249}"/>
              </a:ext>
            </a:extLst>
          </p:cNvPr>
          <p:cNvSpPr txBox="1"/>
          <p:nvPr/>
        </p:nvSpPr>
        <p:spPr>
          <a:xfrm>
            <a:off x="4381500" y="6261100"/>
            <a:ext cx="3810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  <a:latin typeface="+mn-lt"/>
              </a:rPr>
              <a:t>Presented By:</a:t>
            </a:r>
          </a:p>
          <a:p>
            <a:r>
              <a:rPr lang="en-IN" dirty="0">
                <a:solidFill>
                  <a:schemeClr val="bg1"/>
                </a:solidFill>
                <a:latin typeface="+mn-lt"/>
              </a:rPr>
              <a:t>Sri Krishna Chaitanya (24AG1A6641)</a:t>
            </a:r>
          </a:p>
          <a:p>
            <a:r>
              <a:rPr lang="en-IN" dirty="0">
                <a:solidFill>
                  <a:schemeClr val="bg1"/>
                </a:solidFill>
                <a:latin typeface="+mn-lt"/>
              </a:rPr>
              <a:t>Janaki Raam (24AG1A6623)</a:t>
            </a:r>
          </a:p>
          <a:p>
            <a:r>
              <a:rPr lang="en-IN" dirty="0">
                <a:solidFill>
                  <a:schemeClr val="bg1"/>
                </a:solidFill>
                <a:latin typeface="+mn-lt"/>
              </a:rPr>
              <a:t>Naga Sathwik (24AG1A6633)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AD4DB5-52FE-5B9A-3B7F-A88E28E8D212}"/>
              </a:ext>
            </a:extLst>
          </p:cNvPr>
          <p:cNvSpPr txBox="1"/>
          <p:nvPr/>
        </p:nvSpPr>
        <p:spPr>
          <a:xfrm>
            <a:off x="266700" y="6261100"/>
            <a:ext cx="3276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bg1"/>
                </a:solidFill>
                <a:latin typeface="+mn-lt"/>
              </a:rPr>
              <a:t>Internal Guide:</a:t>
            </a:r>
          </a:p>
          <a:p>
            <a:r>
              <a:rPr lang="en-IN" sz="2000" dirty="0">
                <a:solidFill>
                  <a:schemeClr val="bg1"/>
                </a:solidFill>
                <a:latin typeface="Arial Black" panose="020B0A04020102020204" pitchFamily="34" charset="0"/>
              </a:rPr>
              <a:t>Atul Kumar </a:t>
            </a:r>
            <a:r>
              <a:rPr lang="en-IN" sz="2000" dirty="0" err="1">
                <a:solidFill>
                  <a:schemeClr val="bg1"/>
                </a:solidFill>
                <a:latin typeface="Arial Black" panose="020B0A04020102020204" pitchFamily="34" charset="0"/>
              </a:rPr>
              <a:t>Ramotra</a:t>
            </a:r>
            <a:r>
              <a:rPr lang="en-IN" sz="20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</a:p>
          <a:p>
            <a:r>
              <a:rPr lang="en-IN" sz="2000" dirty="0">
                <a:solidFill>
                  <a:schemeClr val="bg1"/>
                </a:solidFill>
                <a:latin typeface="+mn-lt"/>
              </a:rPr>
              <a:t>Associate Professor</a:t>
            </a:r>
          </a:p>
          <a:p>
            <a:r>
              <a:rPr lang="en-IN" sz="2000" dirty="0">
                <a:solidFill>
                  <a:schemeClr val="bg1"/>
                </a:solidFill>
                <a:latin typeface="+mn-lt"/>
              </a:rPr>
              <a:t>Dept. of CSE (AI &amp; ML)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04F728D-246E-48D1-DDD0-EE26F17138A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99461" y="-111760"/>
            <a:ext cx="2345744" cy="131948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34300" y="533400"/>
            <a:ext cx="6134099" cy="681989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63550" y="444500"/>
            <a:ext cx="3024504" cy="686085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69850">
              <a:lnSpc>
                <a:spcPct val="100000"/>
              </a:lnSpc>
              <a:spcBef>
                <a:spcPts val="100"/>
              </a:spcBef>
            </a:pPr>
            <a:r>
              <a:rPr sz="4000" spc="-295" dirty="0"/>
              <a:t>Introduction</a:t>
            </a:r>
            <a:endParaRPr sz="4000" dirty="0"/>
          </a:p>
        </p:txBody>
      </p:sp>
      <p:sp>
        <p:nvSpPr>
          <p:cNvPr id="4" name="object 4"/>
          <p:cNvSpPr txBox="1"/>
          <p:nvPr/>
        </p:nvSpPr>
        <p:spPr>
          <a:xfrm>
            <a:off x="520700" y="1120775"/>
            <a:ext cx="2930525" cy="469102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60020">
              <a:lnSpc>
                <a:spcPct val="100000"/>
              </a:lnSpc>
              <a:spcBef>
                <a:spcPts val="100"/>
              </a:spcBef>
            </a:pPr>
            <a:r>
              <a:rPr sz="1600" spc="85" dirty="0">
                <a:solidFill>
                  <a:srgbClr val="193C3C"/>
                </a:solidFill>
                <a:latin typeface="Calibri"/>
                <a:cs typeface="Calibri"/>
              </a:rPr>
              <a:t>Plant</a:t>
            </a:r>
            <a:r>
              <a:rPr sz="1600" spc="-25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600" spc="95" dirty="0">
                <a:solidFill>
                  <a:srgbClr val="193C3C"/>
                </a:solidFill>
                <a:latin typeface="Calibri"/>
                <a:cs typeface="Calibri"/>
              </a:rPr>
              <a:t>diseases</a:t>
            </a:r>
            <a:r>
              <a:rPr sz="1600" spc="-20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600" spc="110" dirty="0">
                <a:solidFill>
                  <a:srgbClr val="193C3C"/>
                </a:solidFill>
                <a:latin typeface="Calibri"/>
                <a:cs typeface="Calibri"/>
              </a:rPr>
              <a:t>cause</a:t>
            </a:r>
            <a:r>
              <a:rPr sz="1600" spc="-25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600" spc="70" dirty="0">
                <a:solidFill>
                  <a:srgbClr val="193C3C"/>
                </a:solidFill>
                <a:latin typeface="Calibri"/>
                <a:cs typeface="Calibri"/>
              </a:rPr>
              <a:t>significant </a:t>
            </a:r>
            <a:r>
              <a:rPr sz="1600" spc="65" dirty="0">
                <a:solidFill>
                  <a:srgbClr val="193C3C"/>
                </a:solidFill>
                <a:latin typeface="Calibri"/>
                <a:cs typeface="Calibri"/>
              </a:rPr>
              <a:t>agricultural</a:t>
            </a:r>
            <a:r>
              <a:rPr sz="1600" spc="-25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600" spc="95" dirty="0">
                <a:solidFill>
                  <a:srgbClr val="193C3C"/>
                </a:solidFill>
                <a:latin typeface="Calibri"/>
                <a:cs typeface="Calibri"/>
              </a:rPr>
              <a:t>losses</a:t>
            </a:r>
            <a:r>
              <a:rPr sz="1600" spc="-20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600" spc="40" dirty="0">
                <a:solidFill>
                  <a:srgbClr val="193C3C"/>
                </a:solidFill>
                <a:latin typeface="Calibri"/>
                <a:cs typeface="Calibri"/>
              </a:rPr>
              <a:t>worldwide, </a:t>
            </a:r>
            <a:r>
              <a:rPr sz="1600" spc="80" dirty="0">
                <a:solidFill>
                  <a:srgbClr val="193C3C"/>
                </a:solidFill>
                <a:latin typeface="Calibri"/>
                <a:cs typeface="Calibri"/>
              </a:rPr>
              <a:t>threatening</a:t>
            </a:r>
            <a:r>
              <a:rPr sz="1600" spc="-35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600" spc="80" dirty="0">
                <a:solidFill>
                  <a:srgbClr val="193C3C"/>
                </a:solidFill>
                <a:latin typeface="Calibri"/>
                <a:cs typeface="Calibri"/>
              </a:rPr>
              <a:t>food</a:t>
            </a:r>
            <a:r>
              <a:rPr sz="1600" spc="-35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600" spc="85" dirty="0">
                <a:solidFill>
                  <a:srgbClr val="193C3C"/>
                </a:solidFill>
                <a:latin typeface="Calibri"/>
                <a:cs typeface="Calibri"/>
              </a:rPr>
              <a:t>security</a:t>
            </a:r>
            <a:r>
              <a:rPr sz="1600" spc="-30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600" spc="75" dirty="0">
                <a:solidFill>
                  <a:srgbClr val="193C3C"/>
                </a:solidFill>
                <a:latin typeface="Calibri"/>
                <a:cs typeface="Calibri"/>
              </a:rPr>
              <a:t>and farmer</a:t>
            </a:r>
            <a:r>
              <a:rPr sz="1600" spc="-35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600" spc="45" dirty="0">
                <a:solidFill>
                  <a:srgbClr val="193C3C"/>
                </a:solidFill>
                <a:latin typeface="Calibri"/>
                <a:cs typeface="Calibri"/>
              </a:rPr>
              <a:t>livelihoods.</a:t>
            </a:r>
            <a:endParaRPr sz="1600" dirty="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1600" spc="55" dirty="0">
                <a:solidFill>
                  <a:srgbClr val="193C3C"/>
                </a:solidFill>
                <a:latin typeface="Calibri"/>
                <a:cs typeface="Calibri"/>
              </a:rPr>
              <a:t>Traditional</a:t>
            </a:r>
            <a:r>
              <a:rPr sz="1600" spc="-15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600" spc="80" dirty="0">
                <a:solidFill>
                  <a:srgbClr val="193C3C"/>
                </a:solidFill>
                <a:latin typeface="Calibri"/>
                <a:cs typeface="Calibri"/>
              </a:rPr>
              <a:t>detection</a:t>
            </a:r>
            <a:r>
              <a:rPr sz="1600" spc="-15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600" spc="50" dirty="0">
                <a:solidFill>
                  <a:srgbClr val="193C3C"/>
                </a:solidFill>
                <a:latin typeface="Calibri"/>
                <a:cs typeface="Calibri"/>
              </a:rPr>
              <a:t>relies</a:t>
            </a:r>
            <a:r>
              <a:rPr sz="1600" spc="-15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600" spc="70" dirty="0">
                <a:solidFill>
                  <a:srgbClr val="193C3C"/>
                </a:solidFill>
                <a:latin typeface="Calibri"/>
                <a:cs typeface="Calibri"/>
              </a:rPr>
              <a:t>on </a:t>
            </a:r>
            <a:r>
              <a:rPr sz="1600" spc="90" dirty="0">
                <a:solidFill>
                  <a:srgbClr val="193C3C"/>
                </a:solidFill>
                <a:latin typeface="Calibri"/>
                <a:cs typeface="Calibri"/>
              </a:rPr>
              <a:t>manual</a:t>
            </a:r>
            <a:r>
              <a:rPr sz="1600" spc="-30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600" spc="85" dirty="0">
                <a:solidFill>
                  <a:srgbClr val="193C3C"/>
                </a:solidFill>
                <a:latin typeface="Calibri"/>
                <a:cs typeface="Calibri"/>
              </a:rPr>
              <a:t>expert</a:t>
            </a:r>
            <a:r>
              <a:rPr sz="1600" spc="-30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600" spc="85" dirty="0">
                <a:solidFill>
                  <a:srgbClr val="193C3C"/>
                </a:solidFill>
                <a:latin typeface="Calibri"/>
                <a:cs typeface="Calibri"/>
              </a:rPr>
              <a:t>inspection</a:t>
            </a:r>
            <a:r>
              <a:rPr sz="1600" spc="-30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600" spc="295" dirty="0">
                <a:solidFill>
                  <a:srgbClr val="193C3C"/>
                </a:solidFill>
                <a:latin typeface="Calibri"/>
                <a:cs typeface="Calibri"/>
              </a:rPr>
              <a:t>-</a:t>
            </a:r>
            <a:r>
              <a:rPr sz="1600" spc="-30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600" spc="45" dirty="0">
                <a:solidFill>
                  <a:srgbClr val="193C3C"/>
                </a:solidFill>
                <a:latin typeface="Calibri"/>
                <a:cs typeface="Calibri"/>
              </a:rPr>
              <a:t>slow </a:t>
            </a:r>
            <a:r>
              <a:rPr sz="1600" spc="100" dirty="0">
                <a:solidFill>
                  <a:srgbClr val="193C3C"/>
                </a:solidFill>
                <a:latin typeface="Calibri"/>
                <a:cs typeface="Calibri"/>
              </a:rPr>
              <a:t>and</a:t>
            </a:r>
            <a:r>
              <a:rPr sz="1600" spc="-20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600" spc="85" dirty="0">
                <a:solidFill>
                  <a:srgbClr val="193C3C"/>
                </a:solidFill>
                <a:latin typeface="Calibri"/>
                <a:cs typeface="Calibri"/>
              </a:rPr>
              <a:t>inaccessible</a:t>
            </a:r>
            <a:r>
              <a:rPr sz="1600" spc="-20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600" spc="65" dirty="0">
                <a:solidFill>
                  <a:srgbClr val="193C3C"/>
                </a:solidFill>
                <a:latin typeface="Calibri"/>
                <a:cs typeface="Calibri"/>
              </a:rPr>
              <a:t>to</a:t>
            </a:r>
            <a:r>
              <a:rPr sz="1600" spc="-20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600" spc="110" dirty="0">
                <a:solidFill>
                  <a:srgbClr val="193C3C"/>
                </a:solidFill>
                <a:latin typeface="Calibri"/>
                <a:cs typeface="Calibri"/>
              </a:rPr>
              <a:t>most</a:t>
            </a:r>
            <a:r>
              <a:rPr sz="1600" spc="-20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600" spc="50" dirty="0">
                <a:solidFill>
                  <a:srgbClr val="193C3C"/>
                </a:solidFill>
                <a:latin typeface="Calibri"/>
                <a:cs typeface="Calibri"/>
              </a:rPr>
              <a:t>farmers. </a:t>
            </a:r>
            <a:r>
              <a:rPr sz="1600" spc="80" dirty="0">
                <a:solidFill>
                  <a:srgbClr val="193C3C"/>
                </a:solidFill>
                <a:latin typeface="Calibri"/>
                <a:cs typeface="Calibri"/>
              </a:rPr>
              <a:t>Early</a:t>
            </a:r>
            <a:r>
              <a:rPr sz="1600" spc="-35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600" spc="95" dirty="0">
                <a:solidFill>
                  <a:srgbClr val="193C3C"/>
                </a:solidFill>
                <a:latin typeface="Calibri"/>
                <a:cs typeface="Calibri"/>
              </a:rPr>
              <a:t>diagnosis</a:t>
            </a:r>
            <a:r>
              <a:rPr sz="1600" spc="-35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600" spc="60" dirty="0">
                <a:solidFill>
                  <a:srgbClr val="193C3C"/>
                </a:solidFill>
                <a:latin typeface="Calibri"/>
                <a:cs typeface="Calibri"/>
              </a:rPr>
              <a:t>is</a:t>
            </a:r>
            <a:r>
              <a:rPr sz="1600" spc="-35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600" spc="60" dirty="0">
                <a:solidFill>
                  <a:srgbClr val="193C3C"/>
                </a:solidFill>
                <a:latin typeface="Calibri"/>
                <a:cs typeface="Calibri"/>
              </a:rPr>
              <a:t>critical</a:t>
            </a:r>
            <a:r>
              <a:rPr sz="1600" spc="-30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600" spc="40" dirty="0">
                <a:solidFill>
                  <a:srgbClr val="193C3C"/>
                </a:solidFill>
                <a:latin typeface="Calibri"/>
                <a:cs typeface="Calibri"/>
              </a:rPr>
              <a:t>to </a:t>
            </a:r>
            <a:r>
              <a:rPr sz="1600" spc="90" dirty="0">
                <a:solidFill>
                  <a:srgbClr val="193C3C"/>
                </a:solidFill>
                <a:latin typeface="Calibri"/>
                <a:cs typeface="Calibri"/>
              </a:rPr>
              <a:t>minimizing</a:t>
            </a:r>
            <a:r>
              <a:rPr sz="1600" spc="-30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600" spc="95" dirty="0">
                <a:solidFill>
                  <a:srgbClr val="193C3C"/>
                </a:solidFill>
                <a:latin typeface="Calibri"/>
                <a:cs typeface="Calibri"/>
              </a:rPr>
              <a:t>crop</a:t>
            </a:r>
            <a:r>
              <a:rPr sz="1600" spc="-30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600" spc="125" dirty="0">
                <a:solidFill>
                  <a:srgbClr val="193C3C"/>
                </a:solidFill>
                <a:latin typeface="Calibri"/>
                <a:cs typeface="Calibri"/>
              </a:rPr>
              <a:t>damage</a:t>
            </a:r>
            <a:r>
              <a:rPr sz="1600" spc="-25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600" spc="75" dirty="0">
                <a:solidFill>
                  <a:srgbClr val="193C3C"/>
                </a:solidFill>
                <a:latin typeface="Calibri"/>
                <a:cs typeface="Calibri"/>
              </a:rPr>
              <a:t>and </a:t>
            </a:r>
            <a:r>
              <a:rPr sz="1600" spc="95" dirty="0">
                <a:solidFill>
                  <a:srgbClr val="193C3C"/>
                </a:solidFill>
                <a:latin typeface="Calibri"/>
                <a:cs typeface="Calibri"/>
              </a:rPr>
              <a:t>reducing</a:t>
            </a:r>
            <a:r>
              <a:rPr sz="1600" spc="-20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600" spc="105" dirty="0">
                <a:solidFill>
                  <a:srgbClr val="193C3C"/>
                </a:solidFill>
                <a:latin typeface="Calibri"/>
                <a:cs typeface="Calibri"/>
              </a:rPr>
              <a:t>economic</a:t>
            </a:r>
            <a:r>
              <a:rPr sz="1600" spc="-20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600" spc="65" dirty="0">
                <a:solidFill>
                  <a:srgbClr val="193C3C"/>
                </a:solidFill>
                <a:latin typeface="Calibri"/>
                <a:cs typeface="Calibri"/>
              </a:rPr>
              <a:t>losses.</a:t>
            </a:r>
            <a:endParaRPr sz="1600" dirty="0">
              <a:latin typeface="Calibri"/>
              <a:cs typeface="Calibri"/>
            </a:endParaRPr>
          </a:p>
          <a:p>
            <a:pPr marL="12700" marR="55244">
              <a:lnSpc>
                <a:spcPct val="100000"/>
              </a:lnSpc>
            </a:pPr>
            <a:r>
              <a:rPr sz="1600" spc="85" dirty="0">
                <a:solidFill>
                  <a:srgbClr val="193C3C"/>
                </a:solidFill>
                <a:latin typeface="Calibri"/>
                <a:cs typeface="Calibri"/>
              </a:rPr>
              <a:t>Machine</a:t>
            </a:r>
            <a:r>
              <a:rPr sz="1600" spc="-25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600" spc="80" dirty="0">
                <a:solidFill>
                  <a:srgbClr val="193C3C"/>
                </a:solidFill>
                <a:latin typeface="Calibri"/>
                <a:cs typeface="Calibri"/>
              </a:rPr>
              <a:t>learning</a:t>
            </a:r>
            <a:r>
              <a:rPr sz="1600" spc="-25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600" spc="100" dirty="0">
                <a:solidFill>
                  <a:srgbClr val="193C3C"/>
                </a:solidFill>
                <a:latin typeface="Calibri"/>
                <a:cs typeface="Calibri"/>
              </a:rPr>
              <a:t>and</a:t>
            </a:r>
            <a:r>
              <a:rPr sz="1600" spc="-25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600" spc="90" dirty="0">
                <a:solidFill>
                  <a:srgbClr val="193C3C"/>
                </a:solidFill>
                <a:latin typeface="Calibri"/>
                <a:cs typeface="Calibri"/>
              </a:rPr>
              <a:t>image </a:t>
            </a:r>
            <a:r>
              <a:rPr sz="1600" spc="105" dirty="0">
                <a:solidFill>
                  <a:srgbClr val="193C3C"/>
                </a:solidFill>
                <a:latin typeface="Calibri"/>
                <a:cs typeface="Calibri"/>
              </a:rPr>
              <a:t>processing</a:t>
            </a:r>
            <a:r>
              <a:rPr sz="1600" spc="-25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600" spc="60" dirty="0">
                <a:solidFill>
                  <a:srgbClr val="193C3C"/>
                </a:solidFill>
                <a:latin typeface="Calibri"/>
                <a:cs typeface="Calibri"/>
              </a:rPr>
              <a:t>offer</a:t>
            </a:r>
            <a:r>
              <a:rPr sz="1600" spc="-25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600" spc="85" dirty="0">
                <a:solidFill>
                  <a:srgbClr val="193C3C"/>
                </a:solidFill>
                <a:latin typeface="Calibri"/>
                <a:cs typeface="Calibri"/>
              </a:rPr>
              <a:t>a</a:t>
            </a:r>
            <a:r>
              <a:rPr sz="1600" spc="-25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600" spc="65" dirty="0">
                <a:solidFill>
                  <a:srgbClr val="193C3C"/>
                </a:solidFill>
                <a:latin typeface="Calibri"/>
                <a:cs typeface="Calibri"/>
              </a:rPr>
              <a:t>scalable,</a:t>
            </a:r>
            <a:r>
              <a:rPr sz="1600" spc="-25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600" spc="70" dirty="0">
                <a:solidFill>
                  <a:srgbClr val="193C3C"/>
                </a:solidFill>
                <a:latin typeface="Calibri"/>
                <a:cs typeface="Calibri"/>
              </a:rPr>
              <a:t>low-</a:t>
            </a:r>
            <a:r>
              <a:rPr sz="1600" spc="105" dirty="0">
                <a:solidFill>
                  <a:srgbClr val="193C3C"/>
                </a:solidFill>
                <a:latin typeface="Calibri"/>
                <a:cs typeface="Calibri"/>
              </a:rPr>
              <a:t>cost</a:t>
            </a:r>
            <a:r>
              <a:rPr sz="1600" spc="-40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600" spc="50" dirty="0">
                <a:solidFill>
                  <a:srgbClr val="193C3C"/>
                </a:solidFill>
                <a:latin typeface="Calibri"/>
                <a:cs typeface="Calibri"/>
              </a:rPr>
              <a:t>alternative.</a:t>
            </a:r>
            <a:r>
              <a:rPr sz="1600" spc="-40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600" spc="120" dirty="0">
                <a:solidFill>
                  <a:srgbClr val="193C3C"/>
                </a:solidFill>
                <a:latin typeface="Calibri"/>
                <a:cs typeface="Calibri"/>
              </a:rPr>
              <a:t>This</a:t>
            </a:r>
            <a:r>
              <a:rPr sz="1600" spc="-40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600" spc="95" dirty="0">
                <a:solidFill>
                  <a:srgbClr val="193C3C"/>
                </a:solidFill>
                <a:latin typeface="Calibri"/>
                <a:cs typeface="Calibri"/>
              </a:rPr>
              <a:t>system </a:t>
            </a:r>
            <a:r>
              <a:rPr sz="1600" spc="85" dirty="0">
                <a:solidFill>
                  <a:srgbClr val="193C3C"/>
                </a:solidFill>
                <a:latin typeface="Calibri"/>
                <a:cs typeface="Calibri"/>
              </a:rPr>
              <a:t>targets</a:t>
            </a:r>
            <a:r>
              <a:rPr sz="1600" spc="-15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600" spc="75" dirty="0">
                <a:solidFill>
                  <a:srgbClr val="193C3C"/>
                </a:solidFill>
                <a:latin typeface="Calibri"/>
                <a:cs typeface="Calibri"/>
              </a:rPr>
              <a:t>small</a:t>
            </a:r>
            <a:r>
              <a:rPr sz="1600" spc="-15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600" spc="100" dirty="0">
                <a:solidFill>
                  <a:srgbClr val="193C3C"/>
                </a:solidFill>
                <a:latin typeface="Calibri"/>
                <a:cs typeface="Calibri"/>
              </a:rPr>
              <a:t>and</a:t>
            </a:r>
            <a:r>
              <a:rPr sz="1600" spc="-10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600" spc="90" dirty="0">
                <a:solidFill>
                  <a:srgbClr val="193C3C"/>
                </a:solidFill>
                <a:latin typeface="Calibri"/>
                <a:cs typeface="Calibri"/>
              </a:rPr>
              <a:t>large-</a:t>
            </a:r>
            <a:r>
              <a:rPr sz="1600" spc="75" dirty="0">
                <a:solidFill>
                  <a:srgbClr val="193C3C"/>
                </a:solidFill>
                <a:latin typeface="Calibri"/>
                <a:cs typeface="Calibri"/>
              </a:rPr>
              <a:t>scale farmers</a:t>
            </a:r>
            <a:r>
              <a:rPr sz="1600" spc="-30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600" spc="90" dirty="0">
                <a:solidFill>
                  <a:srgbClr val="193C3C"/>
                </a:solidFill>
                <a:latin typeface="Calibri"/>
                <a:cs typeface="Calibri"/>
              </a:rPr>
              <a:t>who</a:t>
            </a:r>
            <a:r>
              <a:rPr sz="1600" spc="-25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600" spc="100" dirty="0">
                <a:solidFill>
                  <a:srgbClr val="193C3C"/>
                </a:solidFill>
                <a:latin typeface="Calibri"/>
                <a:cs typeface="Calibri"/>
              </a:rPr>
              <a:t>need</a:t>
            </a:r>
            <a:r>
              <a:rPr sz="1600" spc="-30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600" spc="55" dirty="0">
                <a:solidFill>
                  <a:srgbClr val="193C3C"/>
                </a:solidFill>
                <a:latin typeface="Calibri"/>
                <a:cs typeface="Calibri"/>
              </a:rPr>
              <a:t>fast,</a:t>
            </a:r>
            <a:r>
              <a:rPr sz="1600" spc="-25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600" spc="40" dirty="0">
                <a:solidFill>
                  <a:srgbClr val="193C3C"/>
                </a:solidFill>
                <a:latin typeface="Calibri"/>
                <a:cs typeface="Calibri"/>
              </a:rPr>
              <a:t>reliable </a:t>
            </a:r>
            <a:r>
              <a:rPr sz="1600" spc="95" dirty="0">
                <a:solidFill>
                  <a:srgbClr val="193C3C"/>
                </a:solidFill>
                <a:latin typeface="Calibri"/>
                <a:cs typeface="Calibri"/>
              </a:rPr>
              <a:t>disease</a:t>
            </a:r>
            <a:r>
              <a:rPr sz="1600" spc="-30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600" spc="95" dirty="0">
                <a:solidFill>
                  <a:srgbClr val="193C3C"/>
                </a:solidFill>
                <a:latin typeface="Calibri"/>
                <a:cs typeface="Calibri"/>
              </a:rPr>
              <a:t>diagnosis</a:t>
            </a:r>
            <a:r>
              <a:rPr sz="1600" spc="-30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600" spc="65" dirty="0">
                <a:solidFill>
                  <a:srgbClr val="193C3C"/>
                </a:solidFill>
                <a:latin typeface="Calibri"/>
                <a:cs typeface="Calibri"/>
              </a:rPr>
              <a:t>without</a:t>
            </a:r>
            <a:r>
              <a:rPr sz="1600" spc="-25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600" spc="75" dirty="0">
                <a:solidFill>
                  <a:srgbClr val="193C3C"/>
                </a:solidFill>
                <a:latin typeface="Calibri"/>
                <a:cs typeface="Calibri"/>
              </a:rPr>
              <a:t>expert dependency.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99559" y="444500"/>
            <a:ext cx="3075305" cy="6301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400" spc="-445" dirty="0">
                <a:solidFill>
                  <a:srgbClr val="071719"/>
                </a:solidFill>
                <a:latin typeface="Palatino Linotype"/>
                <a:cs typeface="Palatino Linotype"/>
              </a:rPr>
              <a:t>K e  y</a:t>
            </a:r>
            <a:r>
              <a:rPr lang="en-IN" sz="2400" spc="-225" dirty="0">
                <a:solidFill>
                  <a:srgbClr val="071719"/>
                </a:solidFill>
                <a:latin typeface="Palatino Linotype"/>
                <a:cs typeface="Palatino Linotype"/>
              </a:rPr>
              <a:t> </a:t>
            </a:r>
            <a:r>
              <a:rPr lang="en-IN" sz="2400" spc="-305" dirty="0">
                <a:solidFill>
                  <a:srgbClr val="071719"/>
                </a:solidFill>
                <a:latin typeface="Palatino Linotype"/>
                <a:cs typeface="Palatino Linotype"/>
              </a:rPr>
              <a:t>d </a:t>
            </a:r>
            <a:r>
              <a:rPr lang="en-IN" sz="2400" spc="-305" dirty="0" err="1">
                <a:solidFill>
                  <a:srgbClr val="071719"/>
                </a:solidFill>
                <a:latin typeface="Palatino Linotype"/>
                <a:cs typeface="Palatino Linotype"/>
              </a:rPr>
              <a:t>i</a:t>
            </a:r>
            <a:r>
              <a:rPr lang="en-IN" sz="2400" spc="-305" dirty="0">
                <a:solidFill>
                  <a:srgbClr val="071719"/>
                </a:solidFill>
                <a:latin typeface="Palatino Linotype"/>
                <a:cs typeface="Palatino Linotype"/>
              </a:rPr>
              <a:t> s e a s e s</a:t>
            </a:r>
            <a:endParaRPr sz="2400" dirty="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1995"/>
              </a:spcBef>
            </a:pPr>
            <a:r>
              <a:rPr sz="1600" spc="80" dirty="0">
                <a:solidFill>
                  <a:srgbClr val="193C3C"/>
                </a:solidFill>
                <a:latin typeface="Calibri"/>
                <a:cs typeface="Calibri"/>
              </a:rPr>
              <a:t>Early</a:t>
            </a:r>
            <a:r>
              <a:rPr sz="1600" spc="-40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600" spc="70" dirty="0">
                <a:solidFill>
                  <a:srgbClr val="193C3C"/>
                </a:solidFill>
                <a:latin typeface="Calibri"/>
                <a:cs typeface="Calibri"/>
              </a:rPr>
              <a:t>blight</a:t>
            </a:r>
            <a:endParaRPr sz="1600" dirty="0">
              <a:latin typeface="Calibri"/>
              <a:cs typeface="Calibri"/>
            </a:endParaRPr>
          </a:p>
          <a:p>
            <a:pPr marL="12700" marR="6985">
              <a:lnSpc>
                <a:spcPct val="100000"/>
              </a:lnSpc>
            </a:pPr>
            <a:r>
              <a:rPr sz="1600" spc="130" dirty="0">
                <a:solidFill>
                  <a:srgbClr val="193C3C"/>
                </a:solidFill>
                <a:latin typeface="Calibri"/>
                <a:cs typeface="Calibri"/>
              </a:rPr>
              <a:t>Caused</a:t>
            </a:r>
            <a:r>
              <a:rPr sz="1600" spc="-30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600" spc="100" dirty="0">
                <a:solidFill>
                  <a:srgbClr val="193C3C"/>
                </a:solidFill>
                <a:latin typeface="Calibri"/>
                <a:cs typeface="Calibri"/>
              </a:rPr>
              <a:t>by</a:t>
            </a:r>
            <a:r>
              <a:rPr sz="1600" spc="-30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600" i="1" spc="65" dirty="0">
                <a:solidFill>
                  <a:srgbClr val="193C3C"/>
                </a:solidFill>
                <a:latin typeface="Calibri"/>
                <a:cs typeface="Calibri"/>
              </a:rPr>
              <a:t>Alternaria</a:t>
            </a:r>
            <a:r>
              <a:rPr sz="1600" i="1" spc="-30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600" i="1" spc="55" dirty="0">
                <a:solidFill>
                  <a:srgbClr val="193C3C"/>
                </a:solidFill>
                <a:latin typeface="Calibri"/>
                <a:cs typeface="Calibri"/>
              </a:rPr>
              <a:t>solani</a:t>
            </a:r>
            <a:r>
              <a:rPr sz="1600" spc="55" dirty="0">
                <a:solidFill>
                  <a:srgbClr val="193C3C"/>
                </a:solidFill>
                <a:latin typeface="Calibri"/>
                <a:cs typeface="Calibri"/>
              </a:rPr>
              <a:t>,</a:t>
            </a:r>
            <a:r>
              <a:rPr sz="1600" spc="-30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600" spc="40" dirty="0">
                <a:solidFill>
                  <a:srgbClr val="193C3C"/>
                </a:solidFill>
                <a:latin typeface="Calibri"/>
                <a:cs typeface="Calibri"/>
              </a:rPr>
              <a:t>early </a:t>
            </a:r>
            <a:r>
              <a:rPr sz="1600" spc="80" dirty="0">
                <a:solidFill>
                  <a:srgbClr val="193C3C"/>
                </a:solidFill>
                <a:latin typeface="Calibri"/>
                <a:cs typeface="Calibri"/>
              </a:rPr>
              <a:t>blight</a:t>
            </a:r>
            <a:r>
              <a:rPr sz="1600" spc="-30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600" spc="85" dirty="0">
                <a:solidFill>
                  <a:srgbClr val="193C3C"/>
                </a:solidFill>
                <a:latin typeface="Calibri"/>
                <a:cs typeface="Calibri"/>
              </a:rPr>
              <a:t>affects</a:t>
            </a:r>
            <a:r>
              <a:rPr sz="1600" spc="-35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600" spc="80" dirty="0">
                <a:solidFill>
                  <a:srgbClr val="193C3C"/>
                </a:solidFill>
                <a:latin typeface="Calibri"/>
                <a:cs typeface="Calibri"/>
              </a:rPr>
              <a:t>tomato</a:t>
            </a:r>
            <a:r>
              <a:rPr sz="1600" spc="-30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600" spc="100" dirty="0">
                <a:solidFill>
                  <a:srgbClr val="193C3C"/>
                </a:solidFill>
                <a:latin typeface="Calibri"/>
                <a:cs typeface="Calibri"/>
              </a:rPr>
              <a:t>and</a:t>
            </a:r>
            <a:r>
              <a:rPr sz="1600" spc="-30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600" spc="65" dirty="0">
                <a:solidFill>
                  <a:srgbClr val="193C3C"/>
                </a:solidFill>
                <a:latin typeface="Calibri"/>
                <a:cs typeface="Calibri"/>
              </a:rPr>
              <a:t>potato </a:t>
            </a:r>
            <a:r>
              <a:rPr sz="1600" spc="60" dirty="0">
                <a:solidFill>
                  <a:srgbClr val="193C3C"/>
                </a:solidFill>
                <a:latin typeface="Calibri"/>
                <a:cs typeface="Calibri"/>
              </a:rPr>
              <a:t>plants.</a:t>
            </a:r>
            <a:r>
              <a:rPr sz="1600" spc="-15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93C3C"/>
                </a:solidFill>
                <a:latin typeface="Calibri"/>
                <a:cs typeface="Calibri"/>
              </a:rPr>
              <a:t>It</a:t>
            </a:r>
            <a:r>
              <a:rPr sz="1600" spc="-15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600" spc="85" dirty="0">
                <a:solidFill>
                  <a:srgbClr val="193C3C"/>
                </a:solidFill>
                <a:latin typeface="Calibri"/>
                <a:cs typeface="Calibri"/>
              </a:rPr>
              <a:t>appears</a:t>
            </a:r>
            <a:r>
              <a:rPr sz="1600" spc="-15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600" spc="95" dirty="0">
                <a:solidFill>
                  <a:srgbClr val="193C3C"/>
                </a:solidFill>
                <a:latin typeface="Calibri"/>
                <a:cs typeface="Calibri"/>
              </a:rPr>
              <a:t>as</a:t>
            </a:r>
            <a:r>
              <a:rPr sz="1600" spc="-10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600" spc="85" dirty="0">
                <a:solidFill>
                  <a:srgbClr val="193C3C"/>
                </a:solidFill>
                <a:latin typeface="Calibri"/>
                <a:cs typeface="Calibri"/>
              </a:rPr>
              <a:t>dark</a:t>
            </a:r>
            <a:r>
              <a:rPr sz="1600" spc="-15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600" spc="45" dirty="0">
                <a:solidFill>
                  <a:srgbClr val="193C3C"/>
                </a:solidFill>
                <a:latin typeface="Calibri"/>
                <a:cs typeface="Calibri"/>
              </a:rPr>
              <a:t>brown, </a:t>
            </a:r>
            <a:r>
              <a:rPr sz="1600" spc="90" dirty="0">
                <a:solidFill>
                  <a:srgbClr val="193C3C"/>
                </a:solidFill>
                <a:latin typeface="Calibri"/>
                <a:cs typeface="Calibri"/>
              </a:rPr>
              <a:t>concentric</a:t>
            </a:r>
            <a:r>
              <a:rPr sz="1600" spc="-25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600" spc="110" dirty="0">
                <a:solidFill>
                  <a:srgbClr val="193C3C"/>
                </a:solidFill>
                <a:latin typeface="Calibri"/>
                <a:cs typeface="Calibri"/>
              </a:rPr>
              <a:t>ring-</a:t>
            </a:r>
            <a:r>
              <a:rPr sz="1600" spc="105" dirty="0">
                <a:solidFill>
                  <a:srgbClr val="193C3C"/>
                </a:solidFill>
                <a:latin typeface="Calibri"/>
                <a:cs typeface="Calibri"/>
              </a:rPr>
              <a:t>shaped</a:t>
            </a:r>
            <a:r>
              <a:rPr sz="1600" spc="-20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600" spc="95" dirty="0">
                <a:solidFill>
                  <a:srgbClr val="193C3C"/>
                </a:solidFill>
                <a:latin typeface="Calibri"/>
                <a:cs typeface="Calibri"/>
              </a:rPr>
              <a:t>spots</a:t>
            </a:r>
            <a:r>
              <a:rPr sz="1600" spc="-20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600" spc="70" dirty="0">
                <a:solidFill>
                  <a:srgbClr val="193C3C"/>
                </a:solidFill>
                <a:latin typeface="Calibri"/>
                <a:cs typeface="Calibri"/>
              </a:rPr>
              <a:t>on </a:t>
            </a:r>
            <a:r>
              <a:rPr sz="1600" spc="65" dirty="0">
                <a:solidFill>
                  <a:srgbClr val="193C3C"/>
                </a:solidFill>
                <a:latin typeface="Calibri"/>
                <a:cs typeface="Calibri"/>
              </a:rPr>
              <a:t>older</a:t>
            </a:r>
            <a:r>
              <a:rPr sz="1600" spc="-20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600" spc="55" dirty="0">
                <a:solidFill>
                  <a:srgbClr val="193C3C"/>
                </a:solidFill>
                <a:latin typeface="Calibri"/>
                <a:cs typeface="Calibri"/>
              </a:rPr>
              <a:t>leaves,</a:t>
            </a:r>
            <a:r>
              <a:rPr sz="1600" spc="-20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600" spc="90" dirty="0">
                <a:solidFill>
                  <a:srgbClr val="193C3C"/>
                </a:solidFill>
                <a:latin typeface="Calibri"/>
                <a:cs typeface="Calibri"/>
              </a:rPr>
              <a:t>spreading</a:t>
            </a:r>
            <a:r>
              <a:rPr sz="1600" spc="-20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600" spc="65" dirty="0">
                <a:solidFill>
                  <a:srgbClr val="193C3C"/>
                </a:solidFill>
                <a:latin typeface="Calibri"/>
                <a:cs typeface="Calibri"/>
              </a:rPr>
              <a:t>to</a:t>
            </a:r>
            <a:r>
              <a:rPr sz="1600" spc="-20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600" spc="75" dirty="0">
                <a:solidFill>
                  <a:srgbClr val="193C3C"/>
                </a:solidFill>
                <a:latin typeface="Calibri"/>
                <a:cs typeface="Calibri"/>
              </a:rPr>
              <a:t>stems. </a:t>
            </a:r>
            <a:r>
              <a:rPr sz="1600" spc="100" dirty="0">
                <a:solidFill>
                  <a:srgbClr val="193C3C"/>
                </a:solidFill>
                <a:latin typeface="Calibri"/>
                <a:cs typeface="Calibri"/>
              </a:rPr>
              <a:t>Left</a:t>
            </a:r>
            <a:r>
              <a:rPr sz="1600" spc="-25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600" spc="65" dirty="0">
                <a:solidFill>
                  <a:srgbClr val="193C3C"/>
                </a:solidFill>
                <a:latin typeface="Calibri"/>
                <a:cs typeface="Calibri"/>
              </a:rPr>
              <a:t>untreated,</a:t>
            </a:r>
            <a:r>
              <a:rPr sz="1600" spc="-15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93C3C"/>
                </a:solidFill>
                <a:latin typeface="Calibri"/>
                <a:cs typeface="Calibri"/>
              </a:rPr>
              <a:t>it</a:t>
            </a:r>
            <a:r>
              <a:rPr sz="1600" spc="-15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600" spc="110" dirty="0">
                <a:solidFill>
                  <a:srgbClr val="193C3C"/>
                </a:solidFill>
                <a:latin typeface="Calibri"/>
                <a:cs typeface="Calibri"/>
              </a:rPr>
              <a:t>causes</a:t>
            </a:r>
            <a:r>
              <a:rPr sz="1600" spc="-15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600" spc="70" dirty="0">
                <a:solidFill>
                  <a:srgbClr val="193C3C"/>
                </a:solidFill>
                <a:latin typeface="Calibri"/>
                <a:cs typeface="Calibri"/>
              </a:rPr>
              <a:t>significant </a:t>
            </a:r>
            <a:r>
              <a:rPr sz="1600" spc="55" dirty="0">
                <a:solidFill>
                  <a:srgbClr val="193C3C"/>
                </a:solidFill>
                <a:latin typeface="Calibri"/>
                <a:cs typeface="Calibri"/>
              </a:rPr>
              <a:t>defoliation</a:t>
            </a:r>
            <a:r>
              <a:rPr sz="1600" spc="-20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600" spc="100" dirty="0">
                <a:solidFill>
                  <a:srgbClr val="193C3C"/>
                </a:solidFill>
                <a:latin typeface="Calibri"/>
                <a:cs typeface="Calibri"/>
              </a:rPr>
              <a:t>and</a:t>
            </a:r>
            <a:r>
              <a:rPr sz="1600" spc="-15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600" spc="60" dirty="0">
                <a:solidFill>
                  <a:srgbClr val="193C3C"/>
                </a:solidFill>
                <a:latin typeface="Calibri"/>
                <a:cs typeface="Calibri"/>
              </a:rPr>
              <a:t>yield</a:t>
            </a:r>
            <a:r>
              <a:rPr sz="1600" spc="-15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600" spc="40" dirty="0">
                <a:solidFill>
                  <a:srgbClr val="193C3C"/>
                </a:solidFill>
                <a:latin typeface="Calibri"/>
                <a:cs typeface="Calibri"/>
              </a:rPr>
              <a:t>loss.</a:t>
            </a:r>
            <a:endParaRPr sz="1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600" spc="100" dirty="0">
                <a:solidFill>
                  <a:srgbClr val="193C3C"/>
                </a:solidFill>
                <a:latin typeface="Calibri"/>
                <a:cs typeface="Calibri"/>
              </a:rPr>
              <a:t>Late</a:t>
            </a:r>
            <a:r>
              <a:rPr sz="1600" spc="-30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600" spc="70" dirty="0">
                <a:solidFill>
                  <a:srgbClr val="193C3C"/>
                </a:solidFill>
                <a:latin typeface="Calibri"/>
                <a:cs typeface="Calibri"/>
              </a:rPr>
              <a:t>blight</a:t>
            </a:r>
            <a:endParaRPr sz="1600" dirty="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1600" spc="130" dirty="0">
                <a:solidFill>
                  <a:srgbClr val="193C3C"/>
                </a:solidFill>
                <a:latin typeface="Calibri"/>
                <a:cs typeface="Calibri"/>
              </a:rPr>
              <a:t>Caused</a:t>
            </a:r>
            <a:r>
              <a:rPr sz="1600" spc="-25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600" spc="100" dirty="0">
                <a:solidFill>
                  <a:srgbClr val="193C3C"/>
                </a:solidFill>
                <a:latin typeface="Calibri"/>
                <a:cs typeface="Calibri"/>
              </a:rPr>
              <a:t>by</a:t>
            </a:r>
            <a:r>
              <a:rPr sz="1600" spc="-20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600" i="1" spc="90" dirty="0">
                <a:solidFill>
                  <a:srgbClr val="193C3C"/>
                </a:solidFill>
                <a:latin typeface="Calibri"/>
                <a:cs typeface="Calibri"/>
              </a:rPr>
              <a:t>Phytophthora</a:t>
            </a:r>
            <a:r>
              <a:rPr sz="1600" i="1" spc="-20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600" i="1" spc="55" dirty="0">
                <a:solidFill>
                  <a:srgbClr val="193C3C"/>
                </a:solidFill>
                <a:latin typeface="Calibri"/>
                <a:cs typeface="Calibri"/>
              </a:rPr>
              <a:t>infestans</a:t>
            </a:r>
            <a:r>
              <a:rPr sz="1600" spc="55" dirty="0">
                <a:solidFill>
                  <a:srgbClr val="193C3C"/>
                </a:solidFill>
                <a:latin typeface="Calibri"/>
                <a:cs typeface="Calibri"/>
              </a:rPr>
              <a:t>, </a:t>
            </a:r>
            <a:r>
              <a:rPr sz="1600" spc="50" dirty="0">
                <a:solidFill>
                  <a:srgbClr val="193C3C"/>
                </a:solidFill>
                <a:latin typeface="Calibri"/>
                <a:cs typeface="Calibri"/>
              </a:rPr>
              <a:t>late</a:t>
            </a:r>
            <a:r>
              <a:rPr sz="1600" spc="-40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600" spc="80" dirty="0">
                <a:solidFill>
                  <a:srgbClr val="193C3C"/>
                </a:solidFill>
                <a:latin typeface="Calibri"/>
                <a:cs typeface="Calibri"/>
              </a:rPr>
              <a:t>blight</a:t>
            </a:r>
            <a:r>
              <a:rPr sz="1600" spc="-35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600" spc="100" dirty="0">
                <a:solidFill>
                  <a:srgbClr val="193C3C"/>
                </a:solidFill>
                <a:latin typeface="Calibri"/>
                <a:cs typeface="Calibri"/>
              </a:rPr>
              <a:t>produces</a:t>
            </a:r>
            <a:r>
              <a:rPr sz="1600" spc="-35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600" spc="60" dirty="0">
                <a:solidFill>
                  <a:srgbClr val="193C3C"/>
                </a:solidFill>
                <a:latin typeface="Calibri"/>
                <a:cs typeface="Calibri"/>
              </a:rPr>
              <a:t>water-</a:t>
            </a:r>
            <a:r>
              <a:rPr sz="1600" spc="75" dirty="0">
                <a:solidFill>
                  <a:srgbClr val="193C3C"/>
                </a:solidFill>
                <a:latin typeface="Calibri"/>
                <a:cs typeface="Calibri"/>
              </a:rPr>
              <a:t>soaked, </a:t>
            </a:r>
            <a:r>
              <a:rPr sz="1600" spc="85" dirty="0">
                <a:solidFill>
                  <a:srgbClr val="193C3C"/>
                </a:solidFill>
                <a:latin typeface="Calibri"/>
                <a:cs typeface="Calibri"/>
              </a:rPr>
              <a:t>dark</a:t>
            </a:r>
            <a:r>
              <a:rPr sz="1600" spc="-30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600" spc="75" dirty="0">
                <a:solidFill>
                  <a:srgbClr val="193C3C"/>
                </a:solidFill>
                <a:latin typeface="Calibri"/>
                <a:cs typeface="Calibri"/>
              </a:rPr>
              <a:t>lesions</a:t>
            </a:r>
            <a:r>
              <a:rPr sz="1600" spc="-25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600" spc="95" dirty="0">
                <a:solidFill>
                  <a:srgbClr val="193C3C"/>
                </a:solidFill>
                <a:latin typeface="Calibri"/>
                <a:cs typeface="Calibri"/>
              </a:rPr>
              <a:t>on</a:t>
            </a:r>
            <a:r>
              <a:rPr sz="1600" spc="-30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600" spc="70" dirty="0">
                <a:solidFill>
                  <a:srgbClr val="193C3C"/>
                </a:solidFill>
                <a:latin typeface="Calibri"/>
                <a:cs typeface="Calibri"/>
              </a:rPr>
              <a:t>leaves</a:t>
            </a:r>
            <a:r>
              <a:rPr sz="1600" spc="-25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600" spc="100" dirty="0">
                <a:solidFill>
                  <a:srgbClr val="193C3C"/>
                </a:solidFill>
                <a:latin typeface="Calibri"/>
                <a:cs typeface="Calibri"/>
              </a:rPr>
              <a:t>and</a:t>
            </a:r>
            <a:r>
              <a:rPr sz="1600" spc="-30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600" spc="95" dirty="0">
                <a:solidFill>
                  <a:srgbClr val="193C3C"/>
                </a:solidFill>
                <a:latin typeface="Calibri"/>
                <a:cs typeface="Calibri"/>
              </a:rPr>
              <a:t>stems </a:t>
            </a:r>
            <a:r>
              <a:rPr sz="1600" spc="70" dirty="0">
                <a:solidFill>
                  <a:srgbClr val="193C3C"/>
                </a:solidFill>
                <a:latin typeface="Calibri"/>
                <a:cs typeface="Calibri"/>
              </a:rPr>
              <a:t>that</a:t>
            </a:r>
            <a:r>
              <a:rPr sz="1600" spc="-25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600" spc="85" dirty="0">
                <a:solidFill>
                  <a:srgbClr val="193C3C"/>
                </a:solidFill>
                <a:latin typeface="Calibri"/>
                <a:cs typeface="Calibri"/>
              </a:rPr>
              <a:t>spread</a:t>
            </a:r>
            <a:r>
              <a:rPr sz="1600" spc="-25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600" spc="60" dirty="0">
                <a:solidFill>
                  <a:srgbClr val="193C3C"/>
                </a:solidFill>
                <a:latin typeface="Calibri"/>
                <a:cs typeface="Calibri"/>
              </a:rPr>
              <a:t>rapidly</a:t>
            </a:r>
            <a:r>
              <a:rPr sz="1600" spc="-20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600" spc="55" dirty="0">
                <a:solidFill>
                  <a:srgbClr val="193C3C"/>
                </a:solidFill>
                <a:latin typeface="Calibri"/>
                <a:cs typeface="Calibri"/>
              </a:rPr>
              <a:t>in</a:t>
            </a:r>
            <a:r>
              <a:rPr sz="1600" spc="-25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600" spc="65" dirty="0">
                <a:solidFill>
                  <a:srgbClr val="193C3C"/>
                </a:solidFill>
                <a:latin typeface="Calibri"/>
                <a:cs typeface="Calibri"/>
              </a:rPr>
              <a:t>cool,</a:t>
            </a:r>
            <a:r>
              <a:rPr sz="1600" spc="-20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600" spc="70" dirty="0">
                <a:solidFill>
                  <a:srgbClr val="193C3C"/>
                </a:solidFill>
                <a:latin typeface="Calibri"/>
                <a:cs typeface="Calibri"/>
              </a:rPr>
              <a:t>moist conditions.</a:t>
            </a:r>
            <a:r>
              <a:rPr sz="1600" dirty="0">
                <a:solidFill>
                  <a:srgbClr val="193C3C"/>
                </a:solidFill>
                <a:latin typeface="Calibri"/>
                <a:cs typeface="Calibri"/>
              </a:rPr>
              <a:t> It</a:t>
            </a:r>
            <a:r>
              <a:rPr sz="1600" spc="5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600" spc="80" dirty="0">
                <a:solidFill>
                  <a:srgbClr val="193C3C"/>
                </a:solidFill>
                <a:latin typeface="Calibri"/>
                <a:cs typeface="Calibri"/>
              </a:rPr>
              <a:t>was</a:t>
            </a:r>
            <a:r>
              <a:rPr sz="1600" spc="5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600" spc="75" dirty="0">
                <a:solidFill>
                  <a:srgbClr val="193C3C"/>
                </a:solidFill>
                <a:latin typeface="Calibri"/>
                <a:cs typeface="Calibri"/>
              </a:rPr>
              <a:t>responsible</a:t>
            </a:r>
            <a:r>
              <a:rPr sz="1600" spc="5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600" spc="25" dirty="0">
                <a:solidFill>
                  <a:srgbClr val="193C3C"/>
                </a:solidFill>
                <a:latin typeface="Calibri"/>
                <a:cs typeface="Calibri"/>
              </a:rPr>
              <a:t>for </a:t>
            </a:r>
            <a:r>
              <a:rPr sz="1600" spc="85" dirty="0">
                <a:solidFill>
                  <a:srgbClr val="193C3C"/>
                </a:solidFill>
                <a:latin typeface="Calibri"/>
                <a:cs typeface="Calibri"/>
              </a:rPr>
              <a:t>the</a:t>
            </a:r>
            <a:r>
              <a:rPr sz="1600" spc="-35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600" spc="50" dirty="0">
                <a:solidFill>
                  <a:srgbClr val="193C3C"/>
                </a:solidFill>
                <a:latin typeface="Calibri"/>
                <a:cs typeface="Calibri"/>
              </a:rPr>
              <a:t>Irish</a:t>
            </a:r>
            <a:r>
              <a:rPr sz="1600" spc="-30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600" spc="80" dirty="0">
                <a:solidFill>
                  <a:srgbClr val="193C3C"/>
                </a:solidFill>
                <a:latin typeface="Calibri"/>
                <a:cs typeface="Calibri"/>
              </a:rPr>
              <a:t>Potato</a:t>
            </a:r>
            <a:r>
              <a:rPr sz="1600" spc="-30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600" spc="100" dirty="0">
                <a:solidFill>
                  <a:srgbClr val="193C3C"/>
                </a:solidFill>
                <a:latin typeface="Calibri"/>
                <a:cs typeface="Calibri"/>
              </a:rPr>
              <a:t>Famine</a:t>
            </a:r>
            <a:r>
              <a:rPr sz="1600" spc="-30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600" spc="75" dirty="0">
                <a:solidFill>
                  <a:srgbClr val="193C3C"/>
                </a:solidFill>
                <a:latin typeface="Calibri"/>
                <a:cs typeface="Calibri"/>
              </a:rPr>
              <a:t>and </a:t>
            </a:r>
            <a:r>
              <a:rPr sz="1600" spc="85" dirty="0">
                <a:solidFill>
                  <a:srgbClr val="193C3C"/>
                </a:solidFill>
                <a:latin typeface="Calibri"/>
                <a:cs typeface="Calibri"/>
              </a:rPr>
              <a:t>continues</a:t>
            </a:r>
            <a:r>
              <a:rPr sz="1600" spc="-25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600" spc="65" dirty="0">
                <a:solidFill>
                  <a:srgbClr val="193C3C"/>
                </a:solidFill>
                <a:latin typeface="Calibri"/>
                <a:cs typeface="Calibri"/>
              </a:rPr>
              <a:t>to</a:t>
            </a:r>
            <a:r>
              <a:rPr sz="1600" spc="-20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600" spc="70" dirty="0">
                <a:solidFill>
                  <a:srgbClr val="193C3C"/>
                </a:solidFill>
                <a:latin typeface="Calibri"/>
                <a:cs typeface="Calibri"/>
              </a:rPr>
              <a:t>threaten</a:t>
            </a:r>
            <a:r>
              <a:rPr sz="1600" spc="-25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600" spc="80" dirty="0">
                <a:solidFill>
                  <a:srgbClr val="193C3C"/>
                </a:solidFill>
                <a:latin typeface="Calibri"/>
                <a:cs typeface="Calibri"/>
              </a:rPr>
              <a:t>crops </a:t>
            </a:r>
            <a:r>
              <a:rPr sz="1600" spc="45" dirty="0">
                <a:solidFill>
                  <a:srgbClr val="193C3C"/>
                </a:solidFill>
                <a:latin typeface="Calibri"/>
                <a:cs typeface="Calibri"/>
              </a:rPr>
              <a:t>globally.</a:t>
            </a:r>
            <a:endParaRPr sz="1600" dirty="0">
              <a:latin typeface="Calibri"/>
              <a:cs typeface="Calibri"/>
            </a:endParaRPr>
          </a:p>
          <a:p>
            <a:pPr marL="12700" marR="129539">
              <a:lnSpc>
                <a:spcPct val="100000"/>
              </a:lnSpc>
            </a:pPr>
            <a:r>
              <a:rPr sz="1600" spc="95" dirty="0">
                <a:solidFill>
                  <a:srgbClr val="193C3C"/>
                </a:solidFill>
                <a:latin typeface="Calibri"/>
                <a:cs typeface="Calibri"/>
              </a:rPr>
              <a:t>Both</a:t>
            </a:r>
            <a:r>
              <a:rPr sz="1600" spc="-25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600" spc="95" dirty="0">
                <a:solidFill>
                  <a:srgbClr val="193C3C"/>
                </a:solidFill>
                <a:latin typeface="Calibri"/>
                <a:cs typeface="Calibri"/>
              </a:rPr>
              <a:t>diseases</a:t>
            </a:r>
            <a:r>
              <a:rPr sz="1600" spc="-25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600" spc="60" dirty="0">
                <a:solidFill>
                  <a:srgbClr val="193C3C"/>
                </a:solidFill>
                <a:latin typeface="Calibri"/>
                <a:cs typeface="Calibri"/>
              </a:rPr>
              <a:t>are</a:t>
            </a:r>
            <a:r>
              <a:rPr sz="1600" spc="-25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600" spc="75" dirty="0">
                <a:solidFill>
                  <a:srgbClr val="193C3C"/>
                </a:solidFill>
                <a:latin typeface="Calibri"/>
                <a:cs typeface="Calibri"/>
              </a:rPr>
              <a:t>primary</a:t>
            </a:r>
            <a:r>
              <a:rPr sz="1600" spc="-25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600" spc="75" dirty="0">
                <a:solidFill>
                  <a:srgbClr val="193C3C"/>
                </a:solidFill>
                <a:latin typeface="Calibri"/>
                <a:cs typeface="Calibri"/>
              </a:rPr>
              <a:t>targets </a:t>
            </a:r>
            <a:r>
              <a:rPr sz="1600" spc="70" dirty="0">
                <a:solidFill>
                  <a:srgbClr val="193C3C"/>
                </a:solidFill>
                <a:latin typeface="Calibri"/>
                <a:cs typeface="Calibri"/>
              </a:rPr>
              <a:t>of</a:t>
            </a:r>
            <a:r>
              <a:rPr sz="1600" spc="-25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600" spc="70" dirty="0">
                <a:solidFill>
                  <a:srgbClr val="193C3C"/>
                </a:solidFill>
                <a:latin typeface="Calibri"/>
                <a:cs typeface="Calibri"/>
              </a:rPr>
              <a:t>this</a:t>
            </a:r>
            <a:r>
              <a:rPr sz="1600" spc="-20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600" spc="80" dirty="0">
                <a:solidFill>
                  <a:srgbClr val="193C3C"/>
                </a:solidFill>
                <a:latin typeface="Calibri"/>
                <a:cs typeface="Calibri"/>
              </a:rPr>
              <a:t>detection</a:t>
            </a:r>
            <a:r>
              <a:rPr sz="1600" spc="-25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600" spc="80" dirty="0">
                <a:solidFill>
                  <a:srgbClr val="193C3C"/>
                </a:solidFill>
                <a:latin typeface="Calibri"/>
                <a:cs typeface="Calibri"/>
              </a:rPr>
              <a:t>system,</a:t>
            </a:r>
            <a:r>
              <a:rPr sz="1600" spc="-20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600" spc="80" dirty="0">
                <a:solidFill>
                  <a:srgbClr val="193C3C"/>
                </a:solidFill>
                <a:latin typeface="Calibri"/>
                <a:cs typeface="Calibri"/>
              </a:rPr>
              <a:t>enabling </a:t>
            </a:r>
            <a:r>
              <a:rPr sz="1600" spc="60" dirty="0">
                <a:solidFill>
                  <a:srgbClr val="193C3C"/>
                </a:solidFill>
                <a:latin typeface="Calibri"/>
                <a:cs typeface="Calibri"/>
              </a:rPr>
              <a:t>early</a:t>
            </a:r>
            <a:r>
              <a:rPr sz="1600" spc="-5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600" spc="60" dirty="0">
                <a:solidFill>
                  <a:srgbClr val="193C3C"/>
                </a:solidFill>
                <a:latin typeface="Calibri"/>
                <a:cs typeface="Calibri"/>
              </a:rPr>
              <a:t>identification</a:t>
            </a:r>
            <a:r>
              <a:rPr sz="1600" spc="-5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600" spc="100" dirty="0">
                <a:solidFill>
                  <a:srgbClr val="193C3C"/>
                </a:solidFill>
                <a:latin typeface="Calibri"/>
                <a:cs typeface="Calibri"/>
              </a:rPr>
              <a:t>and</a:t>
            </a:r>
            <a:r>
              <a:rPr sz="1600" spc="-5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600" spc="85" dirty="0">
                <a:solidFill>
                  <a:srgbClr val="193C3C"/>
                </a:solidFill>
                <a:latin typeface="Calibri"/>
                <a:cs typeface="Calibri"/>
              </a:rPr>
              <a:t>prompt </a:t>
            </a:r>
            <a:r>
              <a:rPr sz="1600" spc="55" dirty="0">
                <a:solidFill>
                  <a:srgbClr val="193C3C"/>
                </a:solidFill>
                <a:latin typeface="Calibri"/>
                <a:cs typeface="Calibri"/>
              </a:rPr>
              <a:t>treatment.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20700" y="7321550"/>
            <a:ext cx="338899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114" dirty="0">
                <a:solidFill>
                  <a:srgbClr val="96948B"/>
                </a:solidFill>
                <a:latin typeface="Calibri"/>
                <a:cs typeface="Calibri"/>
              </a:rPr>
              <a:t>Smart</a:t>
            </a:r>
            <a:r>
              <a:rPr sz="1500" spc="-30" dirty="0">
                <a:solidFill>
                  <a:srgbClr val="96948B"/>
                </a:solidFill>
                <a:latin typeface="Calibri"/>
                <a:cs typeface="Calibri"/>
              </a:rPr>
              <a:t> </a:t>
            </a:r>
            <a:r>
              <a:rPr sz="1500" spc="85" dirty="0">
                <a:solidFill>
                  <a:srgbClr val="96948B"/>
                </a:solidFill>
                <a:latin typeface="Calibri"/>
                <a:cs typeface="Calibri"/>
              </a:rPr>
              <a:t>Plant</a:t>
            </a:r>
            <a:r>
              <a:rPr sz="1500" spc="-25" dirty="0">
                <a:solidFill>
                  <a:srgbClr val="96948B"/>
                </a:solidFill>
                <a:latin typeface="Calibri"/>
                <a:cs typeface="Calibri"/>
              </a:rPr>
              <a:t> </a:t>
            </a:r>
            <a:r>
              <a:rPr sz="1500" spc="105" dirty="0">
                <a:solidFill>
                  <a:srgbClr val="96948B"/>
                </a:solidFill>
                <a:latin typeface="Calibri"/>
                <a:cs typeface="Calibri"/>
              </a:rPr>
              <a:t>Disease</a:t>
            </a:r>
            <a:r>
              <a:rPr sz="1500" spc="-25" dirty="0">
                <a:solidFill>
                  <a:srgbClr val="96948B"/>
                </a:solidFill>
                <a:latin typeface="Calibri"/>
                <a:cs typeface="Calibri"/>
              </a:rPr>
              <a:t> </a:t>
            </a:r>
            <a:r>
              <a:rPr sz="1500" spc="90" dirty="0">
                <a:solidFill>
                  <a:srgbClr val="96948B"/>
                </a:solidFill>
                <a:latin typeface="Calibri"/>
                <a:cs typeface="Calibri"/>
              </a:rPr>
              <a:t>Detection</a:t>
            </a:r>
            <a:r>
              <a:rPr sz="1500" spc="-25" dirty="0">
                <a:solidFill>
                  <a:srgbClr val="96948B"/>
                </a:solidFill>
                <a:latin typeface="Calibri"/>
                <a:cs typeface="Calibri"/>
              </a:rPr>
              <a:t> </a:t>
            </a:r>
            <a:r>
              <a:rPr sz="1500" spc="110" dirty="0">
                <a:solidFill>
                  <a:srgbClr val="96948B"/>
                </a:solidFill>
                <a:latin typeface="Calibri"/>
                <a:cs typeface="Calibri"/>
              </a:rPr>
              <a:t>System</a:t>
            </a:r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4401799" cy="809624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20700" y="930275"/>
            <a:ext cx="3101975" cy="14901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590" dirty="0"/>
              <a:t>E</a:t>
            </a:r>
            <a:r>
              <a:rPr lang="en-IN" sz="4800" spc="-590" dirty="0"/>
              <a:t> </a:t>
            </a:r>
            <a:r>
              <a:rPr sz="4800" spc="-590" dirty="0"/>
              <a:t>x</a:t>
            </a:r>
            <a:r>
              <a:rPr lang="en-IN" sz="4800" spc="-590" dirty="0"/>
              <a:t> </a:t>
            </a:r>
            <a:r>
              <a:rPr sz="4800" spc="-590" dirty="0" err="1"/>
              <a:t>i</a:t>
            </a:r>
            <a:r>
              <a:rPr lang="en-IN" sz="4800" spc="-590" dirty="0"/>
              <a:t> </a:t>
            </a:r>
            <a:r>
              <a:rPr sz="4800" spc="-590" dirty="0"/>
              <a:t>s</a:t>
            </a:r>
            <a:r>
              <a:rPr lang="en-IN" sz="4800" spc="-590" dirty="0"/>
              <a:t> </a:t>
            </a:r>
            <a:r>
              <a:rPr sz="4800" spc="-590" dirty="0"/>
              <a:t>t</a:t>
            </a:r>
            <a:r>
              <a:rPr lang="en-IN" sz="4800" spc="-590" dirty="0"/>
              <a:t> I </a:t>
            </a:r>
            <a:r>
              <a:rPr sz="4800" spc="-590" dirty="0"/>
              <a:t>n</a:t>
            </a:r>
            <a:r>
              <a:rPr lang="en-IN" sz="4800" spc="-590" dirty="0"/>
              <a:t> </a:t>
            </a:r>
            <a:r>
              <a:rPr sz="4800" spc="-590" dirty="0"/>
              <a:t>g</a:t>
            </a:r>
            <a:r>
              <a:rPr sz="4800" spc="-484" dirty="0"/>
              <a:t> </a:t>
            </a:r>
            <a:r>
              <a:rPr lang="en-IN" sz="4800" spc="-484" dirty="0"/>
              <a:t>        </a:t>
            </a:r>
            <a:r>
              <a:rPr sz="4800" spc="-700" dirty="0"/>
              <a:t>s</a:t>
            </a:r>
            <a:r>
              <a:rPr lang="en-IN" sz="4800" spc="-700" dirty="0"/>
              <a:t> </a:t>
            </a:r>
            <a:r>
              <a:rPr sz="4800" spc="-700" dirty="0"/>
              <a:t>y</a:t>
            </a:r>
            <a:r>
              <a:rPr lang="en-IN" sz="4800" spc="-700" dirty="0"/>
              <a:t> </a:t>
            </a:r>
            <a:r>
              <a:rPr sz="4800" spc="-700" dirty="0"/>
              <a:t>s</a:t>
            </a:r>
            <a:r>
              <a:rPr lang="en-IN" sz="4800" spc="-700" dirty="0"/>
              <a:t> </a:t>
            </a:r>
            <a:r>
              <a:rPr sz="4800" spc="-700" dirty="0"/>
              <a:t>t</a:t>
            </a:r>
            <a:r>
              <a:rPr lang="en-IN" sz="4800" spc="-700" dirty="0"/>
              <a:t> </a:t>
            </a:r>
            <a:r>
              <a:rPr sz="4800" spc="-700" dirty="0"/>
              <a:t>e</a:t>
            </a:r>
            <a:r>
              <a:rPr lang="en-IN" sz="4800" spc="-700" dirty="0"/>
              <a:t> </a:t>
            </a:r>
            <a:r>
              <a:rPr sz="4800" spc="-700" dirty="0"/>
              <a:t>m</a:t>
            </a:r>
            <a:endParaRPr sz="4800" dirty="0"/>
          </a:p>
        </p:txBody>
      </p:sp>
      <p:sp>
        <p:nvSpPr>
          <p:cNvPr id="4" name="object 4"/>
          <p:cNvSpPr txBox="1"/>
          <p:nvPr/>
        </p:nvSpPr>
        <p:spPr>
          <a:xfrm>
            <a:off x="520700" y="2606675"/>
            <a:ext cx="3818254" cy="111887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99500"/>
              </a:lnSpc>
              <a:spcBef>
                <a:spcPts val="110"/>
              </a:spcBef>
            </a:pPr>
            <a:r>
              <a:rPr sz="1800" spc="110" dirty="0">
                <a:solidFill>
                  <a:srgbClr val="193C3C"/>
                </a:solidFill>
                <a:latin typeface="Calibri"/>
                <a:cs typeface="Calibri"/>
              </a:rPr>
              <a:t>Current</a:t>
            </a:r>
            <a:r>
              <a:rPr sz="1800" spc="-45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800" spc="125" dirty="0">
                <a:solidFill>
                  <a:srgbClr val="193C3C"/>
                </a:solidFill>
                <a:latin typeface="Calibri"/>
                <a:cs typeface="Calibri"/>
              </a:rPr>
              <a:t>methods</a:t>
            </a:r>
            <a:r>
              <a:rPr sz="1800" spc="-40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800" spc="65" dirty="0">
                <a:solidFill>
                  <a:srgbClr val="193C3C"/>
                </a:solidFill>
                <a:latin typeface="Calibri"/>
                <a:cs typeface="Calibri"/>
              </a:rPr>
              <a:t>rely</a:t>
            </a:r>
            <a:r>
              <a:rPr sz="1800" spc="-40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800" spc="105" dirty="0">
                <a:solidFill>
                  <a:srgbClr val="193C3C"/>
                </a:solidFill>
                <a:latin typeface="Calibri"/>
                <a:cs typeface="Calibri"/>
              </a:rPr>
              <a:t>on</a:t>
            </a:r>
            <a:r>
              <a:rPr sz="1800" spc="-35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800" spc="95" dirty="0">
                <a:solidFill>
                  <a:srgbClr val="193C3C"/>
                </a:solidFill>
                <a:latin typeface="Calibri"/>
                <a:cs typeface="Calibri"/>
              </a:rPr>
              <a:t>manual </a:t>
            </a:r>
            <a:r>
              <a:rPr sz="1800" spc="100" dirty="0">
                <a:solidFill>
                  <a:srgbClr val="193C3C"/>
                </a:solidFill>
                <a:latin typeface="Calibri"/>
                <a:cs typeface="Calibri"/>
              </a:rPr>
              <a:t>inspection</a:t>
            </a:r>
            <a:r>
              <a:rPr sz="1800" spc="-30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800" spc="114" dirty="0">
                <a:solidFill>
                  <a:srgbClr val="193C3C"/>
                </a:solidFill>
                <a:latin typeface="Calibri"/>
                <a:cs typeface="Calibri"/>
              </a:rPr>
              <a:t>and</a:t>
            </a:r>
            <a:r>
              <a:rPr sz="1800" spc="-30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800" spc="135" dirty="0">
                <a:solidFill>
                  <a:srgbClr val="193C3C"/>
                </a:solidFill>
                <a:latin typeface="Calibri"/>
                <a:cs typeface="Calibri"/>
              </a:rPr>
              <a:t>lab-</a:t>
            </a:r>
            <a:r>
              <a:rPr sz="1800" spc="125" dirty="0">
                <a:solidFill>
                  <a:srgbClr val="193C3C"/>
                </a:solidFill>
                <a:latin typeface="Calibri"/>
                <a:cs typeface="Calibri"/>
              </a:rPr>
              <a:t>based</a:t>
            </a:r>
            <a:r>
              <a:rPr sz="1800" spc="-30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800" spc="105" dirty="0">
                <a:solidFill>
                  <a:srgbClr val="193C3C"/>
                </a:solidFill>
                <a:latin typeface="Calibri"/>
                <a:cs typeface="Calibri"/>
              </a:rPr>
              <a:t>testing</a:t>
            </a:r>
            <a:r>
              <a:rPr sz="1800" spc="-30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800" spc="305" dirty="0">
                <a:solidFill>
                  <a:srgbClr val="193C3C"/>
                </a:solidFill>
                <a:latin typeface="Calibri"/>
                <a:cs typeface="Calibri"/>
              </a:rPr>
              <a:t>- </a:t>
            </a:r>
            <a:r>
              <a:rPr sz="1800" spc="100" dirty="0">
                <a:solidFill>
                  <a:srgbClr val="193C3C"/>
                </a:solidFill>
                <a:latin typeface="Calibri"/>
                <a:cs typeface="Calibri"/>
              </a:rPr>
              <a:t>both</a:t>
            </a:r>
            <a:r>
              <a:rPr sz="1800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800" spc="70" dirty="0">
                <a:solidFill>
                  <a:srgbClr val="193C3C"/>
                </a:solidFill>
                <a:latin typeface="Calibri"/>
                <a:cs typeface="Calibri"/>
              </a:rPr>
              <a:t>costly,</a:t>
            </a:r>
            <a:r>
              <a:rPr sz="1800" spc="5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93C3C"/>
                </a:solidFill>
                <a:latin typeface="Calibri"/>
                <a:cs typeface="Calibri"/>
              </a:rPr>
              <a:t>slow, </a:t>
            </a:r>
            <a:r>
              <a:rPr sz="1800" spc="114" dirty="0">
                <a:solidFill>
                  <a:srgbClr val="193C3C"/>
                </a:solidFill>
                <a:latin typeface="Calibri"/>
                <a:cs typeface="Calibri"/>
              </a:rPr>
              <a:t>and</a:t>
            </a:r>
            <a:r>
              <a:rPr sz="1800" spc="5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800" spc="105" dirty="0">
                <a:solidFill>
                  <a:srgbClr val="193C3C"/>
                </a:solidFill>
                <a:latin typeface="Calibri"/>
                <a:cs typeface="Calibri"/>
              </a:rPr>
              <a:t>inaccessible</a:t>
            </a:r>
            <a:r>
              <a:rPr sz="1800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800" spc="45" dirty="0">
                <a:solidFill>
                  <a:srgbClr val="193C3C"/>
                </a:solidFill>
                <a:latin typeface="Calibri"/>
                <a:cs typeface="Calibri"/>
              </a:rPr>
              <a:t>to </a:t>
            </a:r>
            <a:r>
              <a:rPr sz="1800" spc="130" dirty="0">
                <a:solidFill>
                  <a:srgbClr val="193C3C"/>
                </a:solidFill>
                <a:latin typeface="Calibri"/>
                <a:cs typeface="Calibri"/>
              </a:rPr>
              <a:t>most</a:t>
            </a:r>
            <a:r>
              <a:rPr sz="1800" spc="-35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800" spc="70" dirty="0">
                <a:solidFill>
                  <a:srgbClr val="193C3C"/>
                </a:solidFill>
                <a:latin typeface="Calibri"/>
                <a:cs typeface="Calibri"/>
              </a:rPr>
              <a:t>farmers.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20700" y="4254500"/>
            <a:ext cx="3531235" cy="56642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>
              <a:lnSpc>
                <a:spcPts val="2100"/>
              </a:lnSpc>
              <a:spcBef>
                <a:spcPts val="219"/>
              </a:spcBef>
            </a:pPr>
            <a:r>
              <a:rPr sz="1800" spc="90" dirty="0">
                <a:solidFill>
                  <a:srgbClr val="193C3C"/>
                </a:solidFill>
                <a:latin typeface="Calibri"/>
                <a:cs typeface="Calibri"/>
              </a:rPr>
              <a:t>Neither</a:t>
            </a:r>
            <a:r>
              <a:rPr sz="1800" spc="-30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800" spc="110" dirty="0">
                <a:solidFill>
                  <a:srgbClr val="193C3C"/>
                </a:solidFill>
                <a:latin typeface="Calibri"/>
                <a:cs typeface="Calibri"/>
              </a:rPr>
              <a:t>approach</a:t>
            </a:r>
            <a:r>
              <a:rPr sz="1800" spc="-30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800" spc="80" dirty="0">
                <a:solidFill>
                  <a:srgbClr val="193C3C"/>
                </a:solidFill>
                <a:latin typeface="Calibri"/>
                <a:cs typeface="Calibri"/>
              </a:rPr>
              <a:t>offers</a:t>
            </a:r>
            <a:r>
              <a:rPr sz="1800" spc="-25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800" spc="90" dirty="0">
                <a:solidFill>
                  <a:srgbClr val="193C3C"/>
                </a:solidFill>
                <a:latin typeface="Calibri"/>
                <a:cs typeface="Calibri"/>
              </a:rPr>
              <a:t>real-</a:t>
            </a:r>
            <a:r>
              <a:rPr sz="1800" spc="80" dirty="0">
                <a:solidFill>
                  <a:srgbClr val="193C3C"/>
                </a:solidFill>
                <a:latin typeface="Calibri"/>
                <a:cs typeface="Calibri"/>
              </a:rPr>
              <a:t>time </a:t>
            </a:r>
            <a:r>
              <a:rPr sz="1800" spc="95" dirty="0">
                <a:solidFill>
                  <a:srgbClr val="193C3C"/>
                </a:solidFill>
                <a:latin typeface="Calibri"/>
                <a:cs typeface="Calibri"/>
              </a:rPr>
              <a:t>detection</a:t>
            </a:r>
            <a:r>
              <a:rPr sz="1800" spc="-35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800" spc="70" dirty="0">
                <a:solidFill>
                  <a:srgbClr val="193C3C"/>
                </a:solidFill>
                <a:latin typeface="Calibri"/>
                <a:cs typeface="Calibri"/>
              </a:rPr>
              <a:t>or</a:t>
            </a:r>
            <a:r>
              <a:rPr sz="1800" spc="-25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800" spc="90" dirty="0">
                <a:solidFill>
                  <a:srgbClr val="193C3C"/>
                </a:solidFill>
                <a:latin typeface="Calibri"/>
                <a:cs typeface="Calibri"/>
              </a:rPr>
              <a:t>treatment</a:t>
            </a:r>
            <a:r>
              <a:rPr sz="1800" spc="-35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800" spc="90" dirty="0">
                <a:solidFill>
                  <a:srgbClr val="193C3C"/>
                </a:solidFill>
                <a:latin typeface="Calibri"/>
                <a:cs typeface="Calibri"/>
              </a:rPr>
              <a:t>guidance.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096000" y="1752600"/>
            <a:ext cx="7267575" cy="4543425"/>
            <a:chOff x="6096000" y="1752600"/>
            <a:chExt cx="7267575" cy="454342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96000" y="1752600"/>
              <a:ext cx="7267574" cy="43814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96000" y="2562225"/>
              <a:ext cx="7267574" cy="43814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96000" y="3371850"/>
              <a:ext cx="7267574" cy="43814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96000" y="4181475"/>
              <a:ext cx="7267574" cy="43814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96000" y="4991100"/>
              <a:ext cx="7267574" cy="43814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96000" y="5857875"/>
              <a:ext cx="7267574" cy="438149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6083299" y="1454150"/>
            <a:ext cx="67564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60" dirty="0">
                <a:solidFill>
                  <a:srgbClr val="193C3C"/>
                </a:solidFill>
                <a:latin typeface="Calibri"/>
                <a:cs typeface="Calibri"/>
              </a:rPr>
              <a:t>Criteria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473008" y="1454150"/>
            <a:ext cx="155067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100" dirty="0">
                <a:solidFill>
                  <a:srgbClr val="193C3C"/>
                </a:solidFill>
                <a:latin typeface="Calibri"/>
                <a:cs typeface="Calibri"/>
              </a:rPr>
              <a:t>Existing</a:t>
            </a:r>
            <a:r>
              <a:rPr sz="1500" spc="-5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500" spc="95" dirty="0">
                <a:solidFill>
                  <a:srgbClr val="193C3C"/>
                </a:solidFill>
                <a:latin typeface="Calibri"/>
                <a:cs typeface="Calibri"/>
              </a:rPr>
              <a:t>methods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992371" y="1454150"/>
            <a:ext cx="123190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114" dirty="0">
                <a:solidFill>
                  <a:srgbClr val="193C3C"/>
                </a:solidFill>
                <a:latin typeface="Calibri"/>
                <a:cs typeface="Calibri"/>
              </a:rPr>
              <a:t>Smart</a:t>
            </a:r>
            <a:r>
              <a:rPr sz="1500" spc="-20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500" spc="95" dirty="0">
                <a:solidFill>
                  <a:srgbClr val="193C3C"/>
                </a:solidFill>
                <a:latin typeface="Calibri"/>
                <a:cs typeface="Calibri"/>
              </a:rPr>
              <a:t>system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083299" y="2263775"/>
            <a:ext cx="146939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90" dirty="0">
                <a:solidFill>
                  <a:srgbClr val="193C3C"/>
                </a:solidFill>
                <a:latin typeface="Calibri"/>
                <a:cs typeface="Calibri"/>
              </a:rPr>
              <a:t>Detection</a:t>
            </a:r>
            <a:r>
              <a:rPr sz="1500" spc="-35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500" spc="85" dirty="0">
                <a:solidFill>
                  <a:srgbClr val="193C3C"/>
                </a:solidFill>
                <a:latin typeface="Calibri"/>
                <a:cs typeface="Calibri"/>
              </a:rPr>
              <a:t>speed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693721" y="2139950"/>
            <a:ext cx="1330325" cy="421640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12700" marR="5080" indent="919480">
              <a:lnSpc>
                <a:spcPts val="1500"/>
              </a:lnSpc>
              <a:spcBef>
                <a:spcPts val="250"/>
              </a:spcBef>
            </a:pPr>
            <a:r>
              <a:rPr sz="1350" spc="75" dirty="0">
                <a:solidFill>
                  <a:srgbClr val="193C3C"/>
                </a:solidFill>
                <a:latin typeface="Calibri"/>
                <a:cs typeface="Calibri"/>
              </a:rPr>
              <a:t>Days </a:t>
            </a:r>
            <a:r>
              <a:rPr sz="1350" spc="80" dirty="0">
                <a:solidFill>
                  <a:srgbClr val="193C3C"/>
                </a:solidFill>
                <a:latin typeface="Calibri"/>
                <a:cs typeface="Calibri"/>
              </a:rPr>
              <a:t>Slow</a:t>
            </a:r>
            <a:r>
              <a:rPr sz="1350" spc="-30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350" spc="55" dirty="0">
                <a:solidFill>
                  <a:srgbClr val="193C3C"/>
                </a:solidFill>
                <a:latin typeface="Calibri"/>
                <a:cs typeface="Calibri"/>
              </a:rPr>
              <a:t>turnaround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1864378" y="2139950"/>
            <a:ext cx="1359535" cy="421640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12700" marR="5080" indent="785495">
              <a:lnSpc>
                <a:spcPts val="1500"/>
              </a:lnSpc>
              <a:spcBef>
                <a:spcPts val="250"/>
              </a:spcBef>
            </a:pPr>
            <a:r>
              <a:rPr sz="1350" spc="55" dirty="0">
                <a:solidFill>
                  <a:srgbClr val="193C3C"/>
                </a:solidFill>
                <a:latin typeface="Calibri"/>
                <a:cs typeface="Calibri"/>
              </a:rPr>
              <a:t>Instant </a:t>
            </a:r>
            <a:r>
              <a:rPr sz="1350" spc="85" dirty="0">
                <a:solidFill>
                  <a:srgbClr val="193C3C"/>
                </a:solidFill>
                <a:latin typeface="Calibri"/>
                <a:cs typeface="Calibri"/>
              </a:rPr>
              <a:t>Real-</a:t>
            </a:r>
            <a:r>
              <a:rPr sz="1350" spc="75" dirty="0">
                <a:solidFill>
                  <a:srgbClr val="193C3C"/>
                </a:solidFill>
                <a:latin typeface="Calibri"/>
                <a:cs typeface="Calibri"/>
              </a:rPr>
              <a:t>time</a:t>
            </a:r>
            <a:r>
              <a:rPr sz="1350" spc="-25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350" spc="50" dirty="0">
                <a:solidFill>
                  <a:srgbClr val="193C3C"/>
                </a:solidFill>
                <a:latin typeface="Calibri"/>
                <a:cs typeface="Calibri"/>
              </a:rPr>
              <a:t>results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083299" y="3073400"/>
            <a:ext cx="152400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140" dirty="0">
                <a:solidFill>
                  <a:srgbClr val="193C3C"/>
                </a:solidFill>
                <a:latin typeface="Calibri"/>
                <a:cs typeface="Calibri"/>
              </a:rPr>
              <a:t>Cost</a:t>
            </a:r>
            <a:r>
              <a:rPr sz="1500" spc="-40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500" spc="70" dirty="0">
                <a:solidFill>
                  <a:srgbClr val="193C3C"/>
                </a:solidFill>
                <a:latin typeface="Calibri"/>
                <a:cs typeface="Calibri"/>
              </a:rPr>
              <a:t>of</a:t>
            </a:r>
            <a:r>
              <a:rPr sz="1500" spc="-35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500" spc="85" dirty="0">
                <a:solidFill>
                  <a:srgbClr val="193C3C"/>
                </a:solidFill>
                <a:latin typeface="Calibri"/>
                <a:cs typeface="Calibri"/>
              </a:rPr>
              <a:t>diagnosis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666485" y="2959100"/>
            <a:ext cx="1356995" cy="421640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12700" marR="5080" indent="1018540">
              <a:lnSpc>
                <a:spcPts val="1500"/>
              </a:lnSpc>
              <a:spcBef>
                <a:spcPts val="250"/>
              </a:spcBef>
            </a:pPr>
            <a:r>
              <a:rPr sz="1350" spc="105" dirty="0">
                <a:solidFill>
                  <a:srgbClr val="193C3C"/>
                </a:solidFill>
                <a:latin typeface="Calibri"/>
                <a:cs typeface="Calibri"/>
              </a:rPr>
              <a:t>$$$ </a:t>
            </a:r>
            <a:r>
              <a:rPr sz="1350" spc="95" dirty="0">
                <a:solidFill>
                  <a:srgbClr val="193C3C"/>
                </a:solidFill>
                <a:latin typeface="Calibri"/>
                <a:cs typeface="Calibri"/>
              </a:rPr>
              <a:t>Expert</a:t>
            </a:r>
            <a:r>
              <a:rPr sz="1350" spc="-25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350" spc="90" dirty="0">
                <a:solidFill>
                  <a:srgbClr val="193C3C"/>
                </a:solidFill>
                <a:latin typeface="Calibri"/>
                <a:cs typeface="Calibri"/>
              </a:rPr>
              <a:t>&amp;</a:t>
            </a:r>
            <a:r>
              <a:rPr sz="1350" spc="-25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350" spc="55" dirty="0">
                <a:solidFill>
                  <a:srgbClr val="193C3C"/>
                </a:solidFill>
                <a:latin typeface="Calibri"/>
                <a:cs typeface="Calibri"/>
              </a:rPr>
              <a:t>lab</a:t>
            </a:r>
            <a:r>
              <a:rPr sz="1350" spc="-20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350" spc="55" dirty="0">
                <a:solidFill>
                  <a:srgbClr val="193C3C"/>
                </a:solidFill>
                <a:latin typeface="Calibri"/>
                <a:cs typeface="Calibri"/>
              </a:rPr>
              <a:t>fees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1897567" y="2959100"/>
            <a:ext cx="1326515" cy="421640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12700" marR="5080" indent="1196340">
              <a:lnSpc>
                <a:spcPts val="1500"/>
              </a:lnSpc>
              <a:spcBef>
                <a:spcPts val="250"/>
              </a:spcBef>
            </a:pPr>
            <a:r>
              <a:rPr sz="1350" spc="80" dirty="0">
                <a:solidFill>
                  <a:srgbClr val="193C3C"/>
                </a:solidFill>
                <a:latin typeface="Calibri"/>
                <a:cs typeface="Calibri"/>
              </a:rPr>
              <a:t>$ </a:t>
            </a:r>
            <a:r>
              <a:rPr sz="1350" spc="110" dirty="0">
                <a:solidFill>
                  <a:srgbClr val="193C3C"/>
                </a:solidFill>
                <a:latin typeface="Calibri"/>
                <a:cs typeface="Calibri"/>
              </a:rPr>
              <a:t>Low-</a:t>
            </a:r>
            <a:r>
              <a:rPr sz="1350" spc="90" dirty="0">
                <a:solidFill>
                  <a:srgbClr val="193C3C"/>
                </a:solidFill>
                <a:latin typeface="Calibri"/>
                <a:cs typeface="Calibri"/>
              </a:rPr>
              <a:t>cost</a:t>
            </a:r>
            <a:r>
              <a:rPr sz="1350" spc="-15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350" spc="95" dirty="0">
                <a:solidFill>
                  <a:srgbClr val="193C3C"/>
                </a:solidFill>
                <a:latin typeface="Calibri"/>
                <a:cs typeface="Calibri"/>
              </a:rPr>
              <a:t>access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083299" y="3883025"/>
            <a:ext cx="181991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100" dirty="0">
                <a:solidFill>
                  <a:srgbClr val="193C3C"/>
                </a:solidFill>
                <a:latin typeface="Calibri"/>
                <a:cs typeface="Calibri"/>
              </a:rPr>
              <a:t>Remote</a:t>
            </a:r>
            <a:r>
              <a:rPr sz="1500" spc="-35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500" spc="70" dirty="0">
                <a:solidFill>
                  <a:srgbClr val="193C3C"/>
                </a:solidFill>
                <a:latin typeface="Calibri"/>
                <a:cs typeface="Calibri"/>
              </a:rPr>
              <a:t>accessibility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854431" y="3863975"/>
            <a:ext cx="16954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50" dirty="0">
                <a:solidFill>
                  <a:srgbClr val="193C3C"/>
                </a:solidFill>
                <a:latin typeface="Meiryo UI"/>
                <a:cs typeface="Meiryo UI"/>
              </a:rPr>
              <a:t>✗</a:t>
            </a:r>
            <a:endParaRPr sz="1350">
              <a:latin typeface="Meiryo UI"/>
              <a:cs typeface="Meiryo U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3035657" y="3863975"/>
            <a:ext cx="16954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165" dirty="0">
                <a:solidFill>
                  <a:srgbClr val="193C3C"/>
                </a:solidFill>
                <a:latin typeface="Meiryo UI"/>
                <a:cs typeface="Meiryo UI"/>
              </a:rPr>
              <a:t>✓</a:t>
            </a:r>
            <a:endParaRPr sz="1350">
              <a:latin typeface="Meiryo UI"/>
              <a:cs typeface="Meiryo U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083299" y="4692650"/>
            <a:ext cx="1898014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95" dirty="0">
                <a:solidFill>
                  <a:srgbClr val="193C3C"/>
                </a:solidFill>
                <a:latin typeface="Calibri"/>
                <a:cs typeface="Calibri"/>
              </a:rPr>
              <a:t>Automated</a:t>
            </a:r>
            <a:r>
              <a:rPr sz="1500" spc="-15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500" spc="70" dirty="0">
                <a:solidFill>
                  <a:srgbClr val="193C3C"/>
                </a:solidFill>
                <a:latin typeface="Calibri"/>
                <a:cs typeface="Calibri"/>
              </a:rPr>
              <a:t>detection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0854431" y="4673600"/>
            <a:ext cx="16954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50" dirty="0">
                <a:solidFill>
                  <a:srgbClr val="193C3C"/>
                </a:solidFill>
                <a:latin typeface="Meiryo UI"/>
                <a:cs typeface="Meiryo UI"/>
              </a:rPr>
              <a:t>✗</a:t>
            </a:r>
            <a:endParaRPr sz="1350">
              <a:latin typeface="Meiryo UI"/>
              <a:cs typeface="Meiryo U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3035657" y="4673600"/>
            <a:ext cx="16954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165" dirty="0">
                <a:solidFill>
                  <a:srgbClr val="193C3C"/>
                </a:solidFill>
                <a:latin typeface="Meiryo UI"/>
                <a:cs typeface="Meiryo UI"/>
              </a:rPr>
              <a:t>✓</a:t>
            </a:r>
            <a:endParaRPr sz="1350">
              <a:latin typeface="Meiryo UI"/>
              <a:cs typeface="Meiryo U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083299" y="5502275"/>
            <a:ext cx="178943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75" dirty="0">
                <a:solidFill>
                  <a:srgbClr val="193C3C"/>
                </a:solidFill>
                <a:latin typeface="Calibri"/>
                <a:cs typeface="Calibri"/>
              </a:rPr>
              <a:t>Treatment</a:t>
            </a:r>
            <a:r>
              <a:rPr sz="1500" spc="-10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1500" spc="95" dirty="0">
                <a:solidFill>
                  <a:srgbClr val="193C3C"/>
                </a:solidFill>
                <a:latin typeface="Calibri"/>
                <a:cs typeface="Calibri"/>
              </a:rPr>
              <a:t>guidance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0854431" y="5483225"/>
            <a:ext cx="16954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50" dirty="0">
                <a:solidFill>
                  <a:srgbClr val="193C3C"/>
                </a:solidFill>
                <a:latin typeface="Meiryo UI"/>
                <a:cs typeface="Meiryo UI"/>
              </a:rPr>
              <a:t>✗</a:t>
            </a:r>
            <a:endParaRPr sz="1350">
              <a:latin typeface="Meiryo UI"/>
              <a:cs typeface="Meiryo U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3035657" y="5483225"/>
            <a:ext cx="16954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165" dirty="0">
                <a:solidFill>
                  <a:srgbClr val="193C3C"/>
                </a:solidFill>
                <a:latin typeface="Meiryo UI"/>
                <a:cs typeface="Meiryo UI"/>
              </a:rPr>
              <a:t>✓</a:t>
            </a:r>
            <a:endParaRPr sz="1350">
              <a:latin typeface="Meiryo UI"/>
              <a:cs typeface="Meiryo U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083299" y="6369050"/>
            <a:ext cx="91630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65" dirty="0">
                <a:solidFill>
                  <a:srgbClr val="193C3C"/>
                </a:solidFill>
                <a:latin typeface="Calibri"/>
                <a:cs typeface="Calibri"/>
              </a:rPr>
              <a:t>Scalability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0854431" y="6350000"/>
            <a:ext cx="16954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50" dirty="0">
                <a:solidFill>
                  <a:srgbClr val="193C3C"/>
                </a:solidFill>
                <a:latin typeface="Meiryo UI"/>
                <a:cs typeface="Meiryo UI"/>
              </a:rPr>
              <a:t>✗</a:t>
            </a:r>
            <a:endParaRPr sz="1350">
              <a:latin typeface="Meiryo UI"/>
              <a:cs typeface="Meiryo U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3035657" y="6350000"/>
            <a:ext cx="16954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165" dirty="0">
                <a:solidFill>
                  <a:srgbClr val="193C3C"/>
                </a:solidFill>
                <a:latin typeface="Meiryo UI"/>
                <a:cs typeface="Meiryo UI"/>
              </a:rPr>
              <a:t>✓</a:t>
            </a:r>
            <a:endParaRPr sz="1350">
              <a:latin typeface="Meiryo UI"/>
              <a:cs typeface="Meiryo U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ctrTitle"/>
          </p:nvPr>
        </p:nvSpPr>
        <p:spPr>
          <a:xfrm>
            <a:off x="530225" y="406400"/>
            <a:ext cx="5222875" cy="807272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12700" marR="5080">
              <a:lnSpc>
                <a:spcPts val="5400"/>
              </a:lnSpc>
              <a:spcBef>
                <a:spcPts val="1180"/>
              </a:spcBef>
            </a:pPr>
            <a:r>
              <a:rPr lang="en-IN" sz="4000" dirty="0">
                <a:latin typeface="+mj-lt"/>
              </a:rPr>
              <a:t>Proposed System</a:t>
            </a:r>
            <a:endParaRPr sz="4000" dirty="0">
              <a:latin typeface="+mj-l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8821" y="1298986"/>
            <a:ext cx="11528879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pc="90" dirty="0">
                <a:solidFill>
                  <a:srgbClr val="193C3C"/>
                </a:solidFill>
                <a:latin typeface="Calibri"/>
                <a:cs typeface="Calibri"/>
              </a:rPr>
              <a:t>Farmer</a:t>
            </a:r>
            <a:r>
              <a:rPr spc="-30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pc="85" dirty="0">
                <a:solidFill>
                  <a:srgbClr val="193C3C"/>
                </a:solidFill>
                <a:latin typeface="Calibri"/>
                <a:cs typeface="Calibri"/>
              </a:rPr>
              <a:t>uploads</a:t>
            </a:r>
            <a:r>
              <a:rPr spc="-30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pc="85" dirty="0">
                <a:solidFill>
                  <a:srgbClr val="193C3C"/>
                </a:solidFill>
                <a:latin typeface="Calibri"/>
                <a:cs typeface="Calibri"/>
              </a:rPr>
              <a:t>a</a:t>
            </a:r>
            <a:r>
              <a:rPr spc="-30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pc="55" dirty="0">
                <a:solidFill>
                  <a:srgbClr val="193C3C"/>
                </a:solidFill>
                <a:latin typeface="Calibri"/>
                <a:cs typeface="Calibri"/>
              </a:rPr>
              <a:t>leaf</a:t>
            </a:r>
            <a:r>
              <a:rPr spc="-30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pc="110" dirty="0">
                <a:solidFill>
                  <a:srgbClr val="193C3C"/>
                </a:solidFill>
                <a:latin typeface="Calibri"/>
                <a:cs typeface="Calibri"/>
              </a:rPr>
              <a:t>image</a:t>
            </a:r>
            <a:r>
              <a:rPr spc="-30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pc="-254" dirty="0">
                <a:solidFill>
                  <a:srgbClr val="193C3C"/>
                </a:solidFill>
                <a:latin typeface="Meiryo UI"/>
                <a:cs typeface="Meiryo UI"/>
              </a:rPr>
              <a:t>→</a:t>
            </a:r>
            <a:r>
              <a:rPr spc="-200" dirty="0">
                <a:solidFill>
                  <a:srgbClr val="193C3C"/>
                </a:solidFill>
                <a:latin typeface="Meiryo UI"/>
                <a:cs typeface="Meiryo UI"/>
              </a:rPr>
              <a:t> </a:t>
            </a:r>
            <a:r>
              <a:rPr spc="110" dirty="0">
                <a:solidFill>
                  <a:srgbClr val="193C3C"/>
                </a:solidFill>
                <a:latin typeface="Calibri"/>
                <a:cs typeface="Calibri"/>
              </a:rPr>
              <a:t>AI</a:t>
            </a:r>
            <a:r>
              <a:rPr spc="-30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pc="75" dirty="0">
                <a:solidFill>
                  <a:srgbClr val="193C3C"/>
                </a:solidFill>
                <a:latin typeface="Calibri"/>
                <a:cs typeface="Calibri"/>
              </a:rPr>
              <a:t>classifies</a:t>
            </a:r>
            <a:r>
              <a:rPr spc="-30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pc="85" dirty="0">
                <a:solidFill>
                  <a:srgbClr val="193C3C"/>
                </a:solidFill>
                <a:latin typeface="Calibri"/>
                <a:cs typeface="Calibri"/>
              </a:rPr>
              <a:t>the</a:t>
            </a:r>
            <a:r>
              <a:rPr spc="-30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pc="95" dirty="0">
                <a:solidFill>
                  <a:srgbClr val="193C3C"/>
                </a:solidFill>
                <a:latin typeface="Calibri"/>
                <a:cs typeface="Calibri"/>
              </a:rPr>
              <a:t>disease</a:t>
            </a:r>
            <a:r>
              <a:rPr spc="-30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pc="-254" dirty="0">
                <a:solidFill>
                  <a:srgbClr val="193C3C"/>
                </a:solidFill>
                <a:latin typeface="Meiryo UI"/>
                <a:cs typeface="Meiryo UI"/>
              </a:rPr>
              <a:t>→</a:t>
            </a:r>
            <a:r>
              <a:rPr spc="-200" dirty="0">
                <a:solidFill>
                  <a:srgbClr val="193C3C"/>
                </a:solidFill>
                <a:latin typeface="Meiryo UI"/>
                <a:cs typeface="Meiryo UI"/>
              </a:rPr>
              <a:t> </a:t>
            </a:r>
            <a:r>
              <a:rPr spc="95" dirty="0">
                <a:solidFill>
                  <a:srgbClr val="193C3C"/>
                </a:solidFill>
                <a:latin typeface="Calibri"/>
                <a:cs typeface="Calibri"/>
              </a:rPr>
              <a:t>system </a:t>
            </a:r>
            <a:r>
              <a:rPr spc="70" dirty="0">
                <a:solidFill>
                  <a:srgbClr val="193C3C"/>
                </a:solidFill>
                <a:latin typeface="Calibri"/>
                <a:cs typeface="Calibri"/>
              </a:rPr>
              <a:t>returns</a:t>
            </a:r>
            <a:r>
              <a:rPr spc="-30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pc="85" dirty="0">
                <a:solidFill>
                  <a:srgbClr val="193C3C"/>
                </a:solidFill>
                <a:latin typeface="Calibri"/>
                <a:cs typeface="Calibri"/>
              </a:rPr>
              <a:t>the</a:t>
            </a:r>
            <a:r>
              <a:rPr spc="-30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pc="95" dirty="0">
                <a:solidFill>
                  <a:srgbClr val="193C3C"/>
                </a:solidFill>
                <a:latin typeface="Calibri"/>
                <a:cs typeface="Calibri"/>
              </a:rPr>
              <a:t>diagnosis</a:t>
            </a:r>
            <a:r>
              <a:rPr spc="-25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pc="100" dirty="0">
                <a:solidFill>
                  <a:srgbClr val="193C3C"/>
                </a:solidFill>
                <a:latin typeface="Calibri"/>
                <a:cs typeface="Calibri"/>
              </a:rPr>
              <a:t>and</a:t>
            </a:r>
            <a:r>
              <a:rPr spc="-30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pc="75" dirty="0">
                <a:solidFill>
                  <a:srgbClr val="193C3C"/>
                </a:solidFill>
                <a:latin typeface="Calibri"/>
                <a:cs typeface="Calibri"/>
              </a:rPr>
              <a:t>treatment</a:t>
            </a:r>
            <a:r>
              <a:rPr spc="-25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pc="50" dirty="0">
                <a:solidFill>
                  <a:srgbClr val="193C3C"/>
                </a:solidFill>
                <a:latin typeface="Calibri"/>
                <a:cs typeface="Calibri"/>
              </a:rPr>
              <a:t>instantly.</a:t>
            </a:r>
            <a:r>
              <a:rPr spc="-30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pc="105" dirty="0">
                <a:solidFill>
                  <a:srgbClr val="193C3C"/>
                </a:solidFill>
                <a:latin typeface="Calibri"/>
                <a:cs typeface="Calibri"/>
              </a:rPr>
              <a:t>Low</a:t>
            </a:r>
            <a:r>
              <a:rPr spc="-25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pc="80" dirty="0">
                <a:solidFill>
                  <a:srgbClr val="193C3C"/>
                </a:solidFill>
                <a:latin typeface="Calibri"/>
                <a:cs typeface="Calibri"/>
              </a:rPr>
              <a:t>cost.</a:t>
            </a:r>
            <a:r>
              <a:rPr spc="-30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pc="85" dirty="0">
                <a:solidFill>
                  <a:srgbClr val="193C3C"/>
                </a:solidFill>
                <a:latin typeface="Calibri"/>
                <a:cs typeface="Calibri"/>
              </a:rPr>
              <a:t>No expert</a:t>
            </a:r>
            <a:r>
              <a:rPr spc="-25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pc="85" dirty="0">
                <a:solidFill>
                  <a:srgbClr val="193C3C"/>
                </a:solidFill>
                <a:latin typeface="Calibri"/>
                <a:cs typeface="Calibri"/>
              </a:rPr>
              <a:t>needed.</a:t>
            </a:r>
            <a:r>
              <a:rPr spc="-25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pc="105" dirty="0">
                <a:solidFill>
                  <a:srgbClr val="193C3C"/>
                </a:solidFill>
                <a:latin typeface="Calibri"/>
                <a:cs typeface="Calibri"/>
              </a:rPr>
              <a:t>Works</a:t>
            </a:r>
            <a:r>
              <a:rPr spc="-25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pc="100" dirty="0">
                <a:solidFill>
                  <a:srgbClr val="193C3C"/>
                </a:solidFill>
                <a:latin typeface="Calibri"/>
                <a:cs typeface="Calibri"/>
              </a:rPr>
              <a:t>across</a:t>
            </a:r>
            <a:r>
              <a:rPr spc="-25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pc="70" dirty="0">
                <a:solidFill>
                  <a:srgbClr val="193C3C"/>
                </a:solidFill>
                <a:latin typeface="Calibri"/>
                <a:cs typeface="Calibri"/>
              </a:rPr>
              <a:t>multiple</a:t>
            </a:r>
            <a:r>
              <a:rPr spc="-25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pc="70" dirty="0">
                <a:solidFill>
                  <a:srgbClr val="193C3C"/>
                </a:solidFill>
                <a:latin typeface="Calibri"/>
                <a:cs typeface="Calibri"/>
              </a:rPr>
              <a:t>crops.</a:t>
            </a:r>
            <a:endParaRPr dirty="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365420"/>
            <a:ext cx="14401800" cy="57371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xfrm>
            <a:off x="114300" y="145341"/>
            <a:ext cx="628015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pc="-395" dirty="0">
                <a:latin typeface="+mj-lt"/>
              </a:rPr>
              <a:t>S y s t e m  A r c h </a:t>
            </a:r>
            <a:r>
              <a:rPr lang="en-IN" spc="-395" dirty="0" err="1">
                <a:latin typeface="+mj-lt"/>
              </a:rPr>
              <a:t>i</a:t>
            </a:r>
            <a:r>
              <a:rPr lang="en-IN" spc="-395" dirty="0">
                <a:latin typeface="+mj-lt"/>
              </a:rPr>
              <a:t> t e c t u r e</a:t>
            </a:r>
            <a:endParaRPr spc="-395" dirty="0">
              <a:latin typeface="+mj-lt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81012" y="2176462"/>
            <a:ext cx="3038475" cy="5514975"/>
          </a:xfrm>
          <a:custGeom>
            <a:avLst/>
            <a:gdLst/>
            <a:ahLst/>
            <a:cxnLst/>
            <a:rect l="l" t="t" r="r" b="b"/>
            <a:pathLst>
              <a:path w="3038475" h="5514975">
                <a:moveTo>
                  <a:pt x="0" y="5405436"/>
                </a:moveTo>
                <a:lnTo>
                  <a:pt x="0" y="109537"/>
                </a:lnTo>
                <a:lnTo>
                  <a:pt x="0" y="102345"/>
                </a:lnTo>
                <a:lnTo>
                  <a:pt x="701" y="95221"/>
                </a:lnTo>
                <a:lnTo>
                  <a:pt x="2104" y="88167"/>
                </a:lnTo>
                <a:lnTo>
                  <a:pt x="3507" y="81113"/>
                </a:lnTo>
                <a:lnTo>
                  <a:pt x="5585" y="74263"/>
                </a:lnTo>
                <a:lnTo>
                  <a:pt x="26997" y="37168"/>
                </a:lnTo>
                <a:lnTo>
                  <a:pt x="32082" y="32082"/>
                </a:lnTo>
                <a:lnTo>
                  <a:pt x="37168" y="26996"/>
                </a:lnTo>
                <a:lnTo>
                  <a:pt x="42701" y="22456"/>
                </a:lnTo>
                <a:lnTo>
                  <a:pt x="48681" y="18460"/>
                </a:lnTo>
                <a:lnTo>
                  <a:pt x="54661" y="14464"/>
                </a:lnTo>
                <a:lnTo>
                  <a:pt x="60974" y="11090"/>
                </a:lnTo>
                <a:lnTo>
                  <a:pt x="67619" y="8337"/>
                </a:lnTo>
                <a:lnTo>
                  <a:pt x="74264" y="5585"/>
                </a:lnTo>
                <a:lnTo>
                  <a:pt x="81113" y="3507"/>
                </a:lnTo>
                <a:lnTo>
                  <a:pt x="88167" y="2104"/>
                </a:lnTo>
                <a:lnTo>
                  <a:pt x="95221" y="701"/>
                </a:lnTo>
                <a:lnTo>
                  <a:pt x="102345" y="0"/>
                </a:lnTo>
                <a:lnTo>
                  <a:pt x="109537" y="0"/>
                </a:lnTo>
                <a:lnTo>
                  <a:pt x="2928937" y="0"/>
                </a:lnTo>
                <a:lnTo>
                  <a:pt x="2936129" y="0"/>
                </a:lnTo>
                <a:lnTo>
                  <a:pt x="2943252" y="701"/>
                </a:lnTo>
                <a:lnTo>
                  <a:pt x="2950306" y="2104"/>
                </a:lnTo>
                <a:lnTo>
                  <a:pt x="2957360" y="3507"/>
                </a:lnTo>
                <a:lnTo>
                  <a:pt x="2995772" y="22456"/>
                </a:lnTo>
                <a:lnTo>
                  <a:pt x="3020013" y="48681"/>
                </a:lnTo>
                <a:lnTo>
                  <a:pt x="3024009" y="54661"/>
                </a:lnTo>
                <a:lnTo>
                  <a:pt x="3036369" y="88167"/>
                </a:lnTo>
                <a:lnTo>
                  <a:pt x="3037772" y="95221"/>
                </a:lnTo>
                <a:lnTo>
                  <a:pt x="3038474" y="102345"/>
                </a:lnTo>
                <a:lnTo>
                  <a:pt x="3038474" y="109537"/>
                </a:lnTo>
                <a:lnTo>
                  <a:pt x="3038474" y="5405436"/>
                </a:lnTo>
                <a:lnTo>
                  <a:pt x="3038474" y="5412628"/>
                </a:lnTo>
                <a:lnTo>
                  <a:pt x="3037772" y="5419751"/>
                </a:lnTo>
                <a:lnTo>
                  <a:pt x="3036369" y="5426805"/>
                </a:lnTo>
                <a:lnTo>
                  <a:pt x="3034966" y="5433860"/>
                </a:lnTo>
                <a:lnTo>
                  <a:pt x="3016017" y="5472272"/>
                </a:lnTo>
                <a:lnTo>
                  <a:pt x="2989792" y="5496513"/>
                </a:lnTo>
                <a:lnTo>
                  <a:pt x="2983812" y="5500509"/>
                </a:lnTo>
                <a:lnTo>
                  <a:pt x="2950306" y="5512869"/>
                </a:lnTo>
                <a:lnTo>
                  <a:pt x="2943252" y="5514272"/>
                </a:lnTo>
                <a:lnTo>
                  <a:pt x="2936129" y="5514974"/>
                </a:lnTo>
                <a:lnTo>
                  <a:pt x="2928937" y="5514974"/>
                </a:lnTo>
                <a:lnTo>
                  <a:pt x="109537" y="5514974"/>
                </a:lnTo>
                <a:lnTo>
                  <a:pt x="102345" y="5514974"/>
                </a:lnTo>
                <a:lnTo>
                  <a:pt x="95221" y="5514272"/>
                </a:lnTo>
                <a:lnTo>
                  <a:pt x="88167" y="5512869"/>
                </a:lnTo>
                <a:lnTo>
                  <a:pt x="81113" y="5511465"/>
                </a:lnTo>
                <a:lnTo>
                  <a:pt x="74264" y="5509387"/>
                </a:lnTo>
                <a:lnTo>
                  <a:pt x="67619" y="5506635"/>
                </a:lnTo>
                <a:lnTo>
                  <a:pt x="60974" y="5503883"/>
                </a:lnTo>
                <a:lnTo>
                  <a:pt x="54661" y="5500509"/>
                </a:lnTo>
                <a:lnTo>
                  <a:pt x="48681" y="5496513"/>
                </a:lnTo>
                <a:lnTo>
                  <a:pt x="42701" y="5492517"/>
                </a:lnTo>
                <a:lnTo>
                  <a:pt x="37168" y="5487977"/>
                </a:lnTo>
                <a:lnTo>
                  <a:pt x="32082" y="5482891"/>
                </a:lnTo>
                <a:lnTo>
                  <a:pt x="26997" y="5477805"/>
                </a:lnTo>
                <a:lnTo>
                  <a:pt x="22456" y="5472272"/>
                </a:lnTo>
                <a:lnTo>
                  <a:pt x="18460" y="5466291"/>
                </a:lnTo>
                <a:lnTo>
                  <a:pt x="14464" y="5460311"/>
                </a:lnTo>
                <a:lnTo>
                  <a:pt x="11090" y="5453998"/>
                </a:lnTo>
                <a:lnTo>
                  <a:pt x="8337" y="5447354"/>
                </a:lnTo>
                <a:lnTo>
                  <a:pt x="5585" y="5440709"/>
                </a:lnTo>
                <a:lnTo>
                  <a:pt x="3507" y="5433860"/>
                </a:lnTo>
                <a:lnTo>
                  <a:pt x="2104" y="5426805"/>
                </a:lnTo>
                <a:lnTo>
                  <a:pt x="701" y="5419751"/>
                </a:lnTo>
                <a:lnTo>
                  <a:pt x="0" y="5412628"/>
                </a:lnTo>
                <a:lnTo>
                  <a:pt x="0" y="5405436"/>
                </a:lnTo>
              </a:path>
            </a:pathLst>
          </a:custGeom>
          <a:ln w="952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910011" y="2176462"/>
            <a:ext cx="3038475" cy="5514975"/>
          </a:xfrm>
          <a:custGeom>
            <a:avLst/>
            <a:gdLst/>
            <a:ahLst/>
            <a:cxnLst/>
            <a:rect l="l" t="t" r="r" b="b"/>
            <a:pathLst>
              <a:path w="3038475" h="5514975">
                <a:moveTo>
                  <a:pt x="0" y="5405436"/>
                </a:moveTo>
                <a:lnTo>
                  <a:pt x="0" y="109537"/>
                </a:lnTo>
                <a:lnTo>
                  <a:pt x="0" y="102345"/>
                </a:lnTo>
                <a:lnTo>
                  <a:pt x="701" y="95221"/>
                </a:lnTo>
                <a:lnTo>
                  <a:pt x="2104" y="88167"/>
                </a:lnTo>
                <a:lnTo>
                  <a:pt x="3507" y="81113"/>
                </a:lnTo>
                <a:lnTo>
                  <a:pt x="5585" y="74263"/>
                </a:lnTo>
                <a:lnTo>
                  <a:pt x="8338" y="67619"/>
                </a:lnTo>
                <a:lnTo>
                  <a:pt x="11090" y="60974"/>
                </a:lnTo>
                <a:lnTo>
                  <a:pt x="14464" y="54661"/>
                </a:lnTo>
                <a:lnTo>
                  <a:pt x="18460" y="48681"/>
                </a:lnTo>
                <a:lnTo>
                  <a:pt x="22456" y="42701"/>
                </a:lnTo>
                <a:lnTo>
                  <a:pt x="26997" y="37168"/>
                </a:lnTo>
                <a:lnTo>
                  <a:pt x="32082" y="32082"/>
                </a:lnTo>
                <a:lnTo>
                  <a:pt x="37168" y="26996"/>
                </a:lnTo>
                <a:lnTo>
                  <a:pt x="42701" y="22456"/>
                </a:lnTo>
                <a:lnTo>
                  <a:pt x="48681" y="18460"/>
                </a:lnTo>
                <a:lnTo>
                  <a:pt x="54661" y="14464"/>
                </a:lnTo>
                <a:lnTo>
                  <a:pt x="60974" y="11090"/>
                </a:lnTo>
                <a:lnTo>
                  <a:pt x="67619" y="8337"/>
                </a:lnTo>
                <a:lnTo>
                  <a:pt x="74264" y="5585"/>
                </a:lnTo>
                <a:lnTo>
                  <a:pt x="81113" y="3507"/>
                </a:lnTo>
                <a:lnTo>
                  <a:pt x="88167" y="2104"/>
                </a:lnTo>
                <a:lnTo>
                  <a:pt x="95222" y="701"/>
                </a:lnTo>
                <a:lnTo>
                  <a:pt x="102345" y="0"/>
                </a:lnTo>
                <a:lnTo>
                  <a:pt x="109537" y="0"/>
                </a:lnTo>
                <a:lnTo>
                  <a:pt x="2928937" y="0"/>
                </a:lnTo>
                <a:lnTo>
                  <a:pt x="2936129" y="0"/>
                </a:lnTo>
                <a:lnTo>
                  <a:pt x="2943252" y="701"/>
                </a:lnTo>
                <a:lnTo>
                  <a:pt x="2950306" y="2104"/>
                </a:lnTo>
                <a:lnTo>
                  <a:pt x="2957360" y="3507"/>
                </a:lnTo>
                <a:lnTo>
                  <a:pt x="2989793" y="18460"/>
                </a:lnTo>
                <a:lnTo>
                  <a:pt x="2995773" y="22456"/>
                </a:lnTo>
                <a:lnTo>
                  <a:pt x="3001306" y="26996"/>
                </a:lnTo>
                <a:lnTo>
                  <a:pt x="3006391" y="32082"/>
                </a:lnTo>
                <a:lnTo>
                  <a:pt x="3011477" y="37168"/>
                </a:lnTo>
                <a:lnTo>
                  <a:pt x="3030136" y="67619"/>
                </a:lnTo>
                <a:lnTo>
                  <a:pt x="3032889" y="74263"/>
                </a:lnTo>
                <a:lnTo>
                  <a:pt x="3034966" y="81113"/>
                </a:lnTo>
                <a:lnTo>
                  <a:pt x="3036369" y="88167"/>
                </a:lnTo>
                <a:lnTo>
                  <a:pt x="3037773" y="95221"/>
                </a:lnTo>
                <a:lnTo>
                  <a:pt x="3038474" y="102345"/>
                </a:lnTo>
                <a:lnTo>
                  <a:pt x="3038474" y="109537"/>
                </a:lnTo>
                <a:lnTo>
                  <a:pt x="3038474" y="5405436"/>
                </a:lnTo>
                <a:lnTo>
                  <a:pt x="3038474" y="5412628"/>
                </a:lnTo>
                <a:lnTo>
                  <a:pt x="3037773" y="5419751"/>
                </a:lnTo>
                <a:lnTo>
                  <a:pt x="3036369" y="5426805"/>
                </a:lnTo>
                <a:lnTo>
                  <a:pt x="3034966" y="5433860"/>
                </a:lnTo>
                <a:lnTo>
                  <a:pt x="3032889" y="5440709"/>
                </a:lnTo>
                <a:lnTo>
                  <a:pt x="3030136" y="5447354"/>
                </a:lnTo>
                <a:lnTo>
                  <a:pt x="3027384" y="5453998"/>
                </a:lnTo>
                <a:lnTo>
                  <a:pt x="3024010" y="5460311"/>
                </a:lnTo>
                <a:lnTo>
                  <a:pt x="3020013" y="5466291"/>
                </a:lnTo>
                <a:lnTo>
                  <a:pt x="3016018" y="5472272"/>
                </a:lnTo>
                <a:lnTo>
                  <a:pt x="3011477" y="5477805"/>
                </a:lnTo>
                <a:lnTo>
                  <a:pt x="3006391" y="5482891"/>
                </a:lnTo>
                <a:lnTo>
                  <a:pt x="3001306" y="5487977"/>
                </a:lnTo>
                <a:lnTo>
                  <a:pt x="2995773" y="5492517"/>
                </a:lnTo>
                <a:lnTo>
                  <a:pt x="2989793" y="5496513"/>
                </a:lnTo>
                <a:lnTo>
                  <a:pt x="2983812" y="5500509"/>
                </a:lnTo>
                <a:lnTo>
                  <a:pt x="2950306" y="5512869"/>
                </a:lnTo>
                <a:lnTo>
                  <a:pt x="2943252" y="5514272"/>
                </a:lnTo>
                <a:lnTo>
                  <a:pt x="2936129" y="5514974"/>
                </a:lnTo>
                <a:lnTo>
                  <a:pt x="2928937" y="5514974"/>
                </a:lnTo>
                <a:lnTo>
                  <a:pt x="109537" y="5514974"/>
                </a:lnTo>
                <a:lnTo>
                  <a:pt x="102345" y="5514974"/>
                </a:lnTo>
                <a:lnTo>
                  <a:pt x="95222" y="5514272"/>
                </a:lnTo>
                <a:lnTo>
                  <a:pt x="88167" y="5512869"/>
                </a:lnTo>
                <a:lnTo>
                  <a:pt x="81113" y="5511465"/>
                </a:lnTo>
                <a:lnTo>
                  <a:pt x="74264" y="5509387"/>
                </a:lnTo>
                <a:lnTo>
                  <a:pt x="67619" y="5506635"/>
                </a:lnTo>
                <a:lnTo>
                  <a:pt x="60974" y="5503883"/>
                </a:lnTo>
                <a:lnTo>
                  <a:pt x="54662" y="5500509"/>
                </a:lnTo>
                <a:lnTo>
                  <a:pt x="48681" y="5496513"/>
                </a:lnTo>
                <a:lnTo>
                  <a:pt x="42701" y="5492517"/>
                </a:lnTo>
                <a:lnTo>
                  <a:pt x="37168" y="5487977"/>
                </a:lnTo>
                <a:lnTo>
                  <a:pt x="32082" y="5482891"/>
                </a:lnTo>
                <a:lnTo>
                  <a:pt x="26997" y="5477805"/>
                </a:lnTo>
                <a:lnTo>
                  <a:pt x="22456" y="5472272"/>
                </a:lnTo>
                <a:lnTo>
                  <a:pt x="18460" y="5466291"/>
                </a:lnTo>
                <a:lnTo>
                  <a:pt x="14464" y="5460311"/>
                </a:lnTo>
                <a:lnTo>
                  <a:pt x="11090" y="5453998"/>
                </a:lnTo>
                <a:lnTo>
                  <a:pt x="8337" y="5447354"/>
                </a:lnTo>
                <a:lnTo>
                  <a:pt x="5585" y="5440709"/>
                </a:lnTo>
                <a:lnTo>
                  <a:pt x="3507" y="5433860"/>
                </a:lnTo>
                <a:lnTo>
                  <a:pt x="2104" y="5426805"/>
                </a:lnTo>
                <a:lnTo>
                  <a:pt x="701" y="5419751"/>
                </a:lnTo>
                <a:lnTo>
                  <a:pt x="0" y="5412628"/>
                </a:lnTo>
                <a:lnTo>
                  <a:pt x="0" y="5405436"/>
                </a:lnTo>
              </a:path>
            </a:pathLst>
          </a:custGeom>
          <a:ln w="952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0768010" y="2176462"/>
            <a:ext cx="3228975" cy="5514975"/>
          </a:xfrm>
          <a:custGeom>
            <a:avLst/>
            <a:gdLst/>
            <a:ahLst/>
            <a:cxnLst/>
            <a:rect l="l" t="t" r="r" b="b"/>
            <a:pathLst>
              <a:path w="3228975" h="5514975">
                <a:moveTo>
                  <a:pt x="0" y="5405436"/>
                </a:moveTo>
                <a:lnTo>
                  <a:pt x="0" y="109537"/>
                </a:lnTo>
                <a:lnTo>
                  <a:pt x="0" y="102345"/>
                </a:lnTo>
                <a:lnTo>
                  <a:pt x="701" y="95221"/>
                </a:lnTo>
                <a:lnTo>
                  <a:pt x="2104" y="88167"/>
                </a:lnTo>
                <a:lnTo>
                  <a:pt x="3506" y="81113"/>
                </a:lnTo>
                <a:lnTo>
                  <a:pt x="5584" y="74263"/>
                </a:lnTo>
                <a:lnTo>
                  <a:pt x="8336" y="67619"/>
                </a:lnTo>
                <a:lnTo>
                  <a:pt x="11088" y="60974"/>
                </a:lnTo>
                <a:lnTo>
                  <a:pt x="14463" y="54661"/>
                </a:lnTo>
                <a:lnTo>
                  <a:pt x="18459" y="48681"/>
                </a:lnTo>
                <a:lnTo>
                  <a:pt x="22455" y="42701"/>
                </a:lnTo>
                <a:lnTo>
                  <a:pt x="26996" y="37168"/>
                </a:lnTo>
                <a:lnTo>
                  <a:pt x="32082" y="32082"/>
                </a:lnTo>
                <a:lnTo>
                  <a:pt x="37168" y="26996"/>
                </a:lnTo>
                <a:lnTo>
                  <a:pt x="42700" y="22456"/>
                </a:lnTo>
                <a:lnTo>
                  <a:pt x="48680" y="18460"/>
                </a:lnTo>
                <a:lnTo>
                  <a:pt x="54660" y="14464"/>
                </a:lnTo>
                <a:lnTo>
                  <a:pt x="60974" y="11090"/>
                </a:lnTo>
                <a:lnTo>
                  <a:pt x="67619" y="8337"/>
                </a:lnTo>
                <a:lnTo>
                  <a:pt x="74262" y="5585"/>
                </a:lnTo>
                <a:lnTo>
                  <a:pt x="81112" y="3507"/>
                </a:lnTo>
                <a:lnTo>
                  <a:pt x="88167" y="2104"/>
                </a:lnTo>
                <a:lnTo>
                  <a:pt x="95220" y="701"/>
                </a:lnTo>
                <a:lnTo>
                  <a:pt x="102343" y="0"/>
                </a:lnTo>
                <a:lnTo>
                  <a:pt x="109537" y="0"/>
                </a:lnTo>
                <a:lnTo>
                  <a:pt x="3119437" y="0"/>
                </a:lnTo>
                <a:lnTo>
                  <a:pt x="3126628" y="0"/>
                </a:lnTo>
                <a:lnTo>
                  <a:pt x="3133751" y="701"/>
                </a:lnTo>
                <a:lnTo>
                  <a:pt x="3140805" y="2104"/>
                </a:lnTo>
                <a:lnTo>
                  <a:pt x="3147858" y="3507"/>
                </a:lnTo>
                <a:lnTo>
                  <a:pt x="3154708" y="5585"/>
                </a:lnTo>
                <a:lnTo>
                  <a:pt x="3161353" y="8337"/>
                </a:lnTo>
                <a:lnTo>
                  <a:pt x="3167998" y="11090"/>
                </a:lnTo>
                <a:lnTo>
                  <a:pt x="3201975" y="37168"/>
                </a:lnTo>
                <a:lnTo>
                  <a:pt x="3220634" y="67619"/>
                </a:lnTo>
                <a:lnTo>
                  <a:pt x="3223386" y="74263"/>
                </a:lnTo>
                <a:lnTo>
                  <a:pt x="3225465" y="81113"/>
                </a:lnTo>
                <a:lnTo>
                  <a:pt x="3226868" y="88167"/>
                </a:lnTo>
                <a:lnTo>
                  <a:pt x="3228272" y="95221"/>
                </a:lnTo>
                <a:lnTo>
                  <a:pt x="3228974" y="102345"/>
                </a:lnTo>
                <a:lnTo>
                  <a:pt x="3228974" y="109537"/>
                </a:lnTo>
                <a:lnTo>
                  <a:pt x="3228974" y="5405436"/>
                </a:lnTo>
                <a:lnTo>
                  <a:pt x="3228974" y="5412628"/>
                </a:lnTo>
                <a:lnTo>
                  <a:pt x="3228272" y="5419751"/>
                </a:lnTo>
                <a:lnTo>
                  <a:pt x="3226868" y="5426805"/>
                </a:lnTo>
                <a:lnTo>
                  <a:pt x="3225465" y="5433860"/>
                </a:lnTo>
                <a:lnTo>
                  <a:pt x="3223386" y="5440709"/>
                </a:lnTo>
                <a:lnTo>
                  <a:pt x="3220634" y="5447354"/>
                </a:lnTo>
                <a:lnTo>
                  <a:pt x="3217882" y="5453998"/>
                </a:lnTo>
                <a:lnTo>
                  <a:pt x="3191803" y="5487977"/>
                </a:lnTo>
                <a:lnTo>
                  <a:pt x="3161353" y="5506635"/>
                </a:lnTo>
                <a:lnTo>
                  <a:pt x="3154708" y="5509387"/>
                </a:lnTo>
                <a:lnTo>
                  <a:pt x="3147858" y="5511465"/>
                </a:lnTo>
                <a:lnTo>
                  <a:pt x="3140805" y="5512869"/>
                </a:lnTo>
                <a:lnTo>
                  <a:pt x="3133751" y="5514272"/>
                </a:lnTo>
                <a:lnTo>
                  <a:pt x="3126628" y="5514974"/>
                </a:lnTo>
                <a:lnTo>
                  <a:pt x="3119437" y="5514974"/>
                </a:lnTo>
                <a:lnTo>
                  <a:pt x="109537" y="5514974"/>
                </a:lnTo>
                <a:lnTo>
                  <a:pt x="102343" y="5514974"/>
                </a:lnTo>
                <a:lnTo>
                  <a:pt x="95220" y="5514272"/>
                </a:lnTo>
                <a:lnTo>
                  <a:pt x="88167" y="5512869"/>
                </a:lnTo>
                <a:lnTo>
                  <a:pt x="81112" y="5511465"/>
                </a:lnTo>
                <a:lnTo>
                  <a:pt x="74262" y="5509387"/>
                </a:lnTo>
                <a:lnTo>
                  <a:pt x="67619" y="5506635"/>
                </a:lnTo>
                <a:lnTo>
                  <a:pt x="60974" y="5503883"/>
                </a:lnTo>
                <a:lnTo>
                  <a:pt x="54660" y="5500509"/>
                </a:lnTo>
                <a:lnTo>
                  <a:pt x="48680" y="5496513"/>
                </a:lnTo>
                <a:lnTo>
                  <a:pt x="42700" y="5492517"/>
                </a:lnTo>
                <a:lnTo>
                  <a:pt x="37168" y="5487977"/>
                </a:lnTo>
                <a:lnTo>
                  <a:pt x="32082" y="5482891"/>
                </a:lnTo>
                <a:lnTo>
                  <a:pt x="26996" y="5477805"/>
                </a:lnTo>
                <a:lnTo>
                  <a:pt x="22455" y="5472272"/>
                </a:lnTo>
                <a:lnTo>
                  <a:pt x="18460" y="5466291"/>
                </a:lnTo>
                <a:lnTo>
                  <a:pt x="14464" y="5460311"/>
                </a:lnTo>
                <a:lnTo>
                  <a:pt x="11088" y="5453998"/>
                </a:lnTo>
                <a:lnTo>
                  <a:pt x="8336" y="5447354"/>
                </a:lnTo>
                <a:lnTo>
                  <a:pt x="5584" y="5440709"/>
                </a:lnTo>
                <a:lnTo>
                  <a:pt x="3506" y="5433860"/>
                </a:lnTo>
                <a:lnTo>
                  <a:pt x="2104" y="5426805"/>
                </a:lnTo>
                <a:lnTo>
                  <a:pt x="701" y="5419751"/>
                </a:lnTo>
                <a:lnTo>
                  <a:pt x="0" y="5412628"/>
                </a:lnTo>
                <a:lnTo>
                  <a:pt x="0" y="5405436"/>
                </a:lnTo>
              </a:path>
            </a:pathLst>
          </a:custGeom>
          <a:ln w="952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7C6B9075-8341-8991-67B0-A269B02679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11322"/>
            <a:ext cx="14401799" cy="709127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31018" y="200263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20566" y="200263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10113" y="200263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99661" y="200263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289208" y="200263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478756" y="200263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668303" y="200263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857851" y="200263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047398" y="200263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236946" y="200263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426493" y="200263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616041" y="200263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805588" y="200263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995136" y="200263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184683" y="200263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374231" y="200263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563778" y="200263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753325" y="200263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942873" y="200263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132421" y="200263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321968" y="200263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511516" y="200263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701063" y="200263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890611" y="200263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080158" y="200263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269706" y="200263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459253" y="200263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5648801" y="200263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5838348" y="200263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027895" y="200263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6217443" y="200263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406991" y="200263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596538" y="200263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786085" y="200263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6975633" y="200263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7165181" y="200263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7354728" y="200263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7544275" y="200263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7733823" y="200263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7923371" y="200263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8112918" y="200263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8302466" y="200263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8492013" y="200263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8681560" y="200263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8871108" y="200263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9060656" y="200263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9250203" y="200263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9439750" y="200263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9629298" y="200263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9818845" y="200263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10008393" y="200263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10197941" y="200263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10387489" y="200263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10577035" y="200263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10766583" y="200263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10956131" y="200263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11145678" y="200263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11335226" y="200263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11524772" y="200263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11714320" y="200263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11903868" y="200263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12093416" y="200263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12282964" y="200263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12472510" y="200263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12662058" y="200263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12851606" y="200263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13041152" y="200263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13230700" y="200263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13420249" y="200263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13609795" y="200263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13799343" y="200263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531018" y="31170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720566" y="31170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910113" y="31170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1099661" y="31170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1289208" y="31170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1478756" y="31170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1668303" y="31170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1857851" y="31170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2047398" y="31170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2236946" y="31170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2426493" y="31170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2616041" y="31170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2805588" y="31170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2995136" y="31170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3184683" y="31170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3374231" y="31170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3563778" y="31170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3753325" y="31170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3942873" y="31170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4132421" y="31170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4321968" y="31170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4511516" y="31170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4701063" y="31170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4890611" y="31170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5080158" y="31170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5269706" y="31170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5459253" y="31170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5648801" y="31170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5838348" y="31170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6027895" y="31170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6217443" y="31170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6406991" y="31170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6596538" y="31170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6786085" y="31170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6975633" y="31170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7165181" y="31170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7354728" y="31170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7544275" y="31170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7733823" y="31170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7923371" y="31170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8112918" y="31170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8302466" y="31170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8492013" y="31170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8681560" y="31170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8871108" y="31170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9060656" y="31170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9250203" y="31170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9439750" y="31170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9629298" y="31170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9818845" y="31170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10008393" y="31170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10197941" y="31170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125"/>
          <p:cNvSpPr/>
          <p:nvPr/>
        </p:nvSpPr>
        <p:spPr>
          <a:xfrm>
            <a:off x="10387489" y="31170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10577035" y="31170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object 127"/>
          <p:cNvSpPr/>
          <p:nvPr/>
        </p:nvSpPr>
        <p:spPr>
          <a:xfrm>
            <a:off x="10766583" y="31170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object 128"/>
          <p:cNvSpPr/>
          <p:nvPr/>
        </p:nvSpPr>
        <p:spPr>
          <a:xfrm>
            <a:off x="10956131" y="31170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object 129"/>
          <p:cNvSpPr/>
          <p:nvPr/>
        </p:nvSpPr>
        <p:spPr>
          <a:xfrm>
            <a:off x="11145678" y="31170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object 130"/>
          <p:cNvSpPr/>
          <p:nvPr/>
        </p:nvSpPr>
        <p:spPr>
          <a:xfrm>
            <a:off x="11335226" y="31170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131"/>
          <p:cNvSpPr/>
          <p:nvPr/>
        </p:nvSpPr>
        <p:spPr>
          <a:xfrm>
            <a:off x="11524772" y="31170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object 132"/>
          <p:cNvSpPr/>
          <p:nvPr/>
        </p:nvSpPr>
        <p:spPr>
          <a:xfrm>
            <a:off x="11714320" y="31170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object 133"/>
          <p:cNvSpPr/>
          <p:nvPr/>
        </p:nvSpPr>
        <p:spPr>
          <a:xfrm>
            <a:off x="11903868" y="31170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object 134"/>
          <p:cNvSpPr/>
          <p:nvPr/>
        </p:nvSpPr>
        <p:spPr>
          <a:xfrm>
            <a:off x="12093416" y="31170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object 135"/>
          <p:cNvSpPr/>
          <p:nvPr/>
        </p:nvSpPr>
        <p:spPr>
          <a:xfrm>
            <a:off x="12282964" y="31170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object 136"/>
          <p:cNvSpPr/>
          <p:nvPr/>
        </p:nvSpPr>
        <p:spPr>
          <a:xfrm>
            <a:off x="12472510" y="31170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object 137"/>
          <p:cNvSpPr/>
          <p:nvPr/>
        </p:nvSpPr>
        <p:spPr>
          <a:xfrm>
            <a:off x="12662058" y="31170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object 138"/>
          <p:cNvSpPr/>
          <p:nvPr/>
        </p:nvSpPr>
        <p:spPr>
          <a:xfrm>
            <a:off x="12851606" y="31170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object 139"/>
          <p:cNvSpPr/>
          <p:nvPr/>
        </p:nvSpPr>
        <p:spPr>
          <a:xfrm>
            <a:off x="13041152" y="31170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object 140"/>
          <p:cNvSpPr/>
          <p:nvPr/>
        </p:nvSpPr>
        <p:spPr>
          <a:xfrm>
            <a:off x="13230700" y="31170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object 141"/>
          <p:cNvSpPr/>
          <p:nvPr/>
        </p:nvSpPr>
        <p:spPr>
          <a:xfrm>
            <a:off x="13420249" y="31170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object 142"/>
          <p:cNvSpPr/>
          <p:nvPr/>
        </p:nvSpPr>
        <p:spPr>
          <a:xfrm>
            <a:off x="13609795" y="31170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object 143"/>
          <p:cNvSpPr/>
          <p:nvPr/>
        </p:nvSpPr>
        <p:spPr>
          <a:xfrm>
            <a:off x="13799343" y="31170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object 144"/>
          <p:cNvSpPr/>
          <p:nvPr/>
        </p:nvSpPr>
        <p:spPr>
          <a:xfrm>
            <a:off x="531018" y="42219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" name="object 145"/>
          <p:cNvSpPr/>
          <p:nvPr/>
        </p:nvSpPr>
        <p:spPr>
          <a:xfrm>
            <a:off x="720566" y="42219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object 146"/>
          <p:cNvSpPr/>
          <p:nvPr/>
        </p:nvSpPr>
        <p:spPr>
          <a:xfrm>
            <a:off x="910113" y="42219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object 147"/>
          <p:cNvSpPr/>
          <p:nvPr/>
        </p:nvSpPr>
        <p:spPr>
          <a:xfrm>
            <a:off x="1099661" y="42219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" name="object 148"/>
          <p:cNvSpPr/>
          <p:nvPr/>
        </p:nvSpPr>
        <p:spPr>
          <a:xfrm>
            <a:off x="1289208" y="42219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object 149"/>
          <p:cNvSpPr/>
          <p:nvPr/>
        </p:nvSpPr>
        <p:spPr>
          <a:xfrm>
            <a:off x="1478756" y="42219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" name="object 150"/>
          <p:cNvSpPr/>
          <p:nvPr/>
        </p:nvSpPr>
        <p:spPr>
          <a:xfrm>
            <a:off x="1668303" y="42219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" name="object 151"/>
          <p:cNvSpPr/>
          <p:nvPr/>
        </p:nvSpPr>
        <p:spPr>
          <a:xfrm>
            <a:off x="1857851" y="42219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" name="object 152"/>
          <p:cNvSpPr/>
          <p:nvPr/>
        </p:nvSpPr>
        <p:spPr>
          <a:xfrm>
            <a:off x="2047398" y="42219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" name="object 153"/>
          <p:cNvSpPr/>
          <p:nvPr/>
        </p:nvSpPr>
        <p:spPr>
          <a:xfrm>
            <a:off x="2236946" y="42219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" name="object 154"/>
          <p:cNvSpPr/>
          <p:nvPr/>
        </p:nvSpPr>
        <p:spPr>
          <a:xfrm>
            <a:off x="2426493" y="42219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" name="object 155"/>
          <p:cNvSpPr/>
          <p:nvPr/>
        </p:nvSpPr>
        <p:spPr>
          <a:xfrm>
            <a:off x="2616041" y="42219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" name="object 156"/>
          <p:cNvSpPr/>
          <p:nvPr/>
        </p:nvSpPr>
        <p:spPr>
          <a:xfrm>
            <a:off x="2805588" y="42219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7" name="object 157"/>
          <p:cNvSpPr/>
          <p:nvPr/>
        </p:nvSpPr>
        <p:spPr>
          <a:xfrm>
            <a:off x="2995136" y="42219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" name="object 158"/>
          <p:cNvSpPr/>
          <p:nvPr/>
        </p:nvSpPr>
        <p:spPr>
          <a:xfrm>
            <a:off x="3184683" y="42219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9" name="object 159"/>
          <p:cNvSpPr/>
          <p:nvPr/>
        </p:nvSpPr>
        <p:spPr>
          <a:xfrm>
            <a:off x="3374231" y="42219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0" name="object 160"/>
          <p:cNvSpPr/>
          <p:nvPr/>
        </p:nvSpPr>
        <p:spPr>
          <a:xfrm>
            <a:off x="3563778" y="42219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1" name="object 161"/>
          <p:cNvSpPr/>
          <p:nvPr/>
        </p:nvSpPr>
        <p:spPr>
          <a:xfrm>
            <a:off x="3753325" y="42219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2" name="object 162"/>
          <p:cNvSpPr/>
          <p:nvPr/>
        </p:nvSpPr>
        <p:spPr>
          <a:xfrm>
            <a:off x="3942873" y="42219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3" name="object 163"/>
          <p:cNvSpPr/>
          <p:nvPr/>
        </p:nvSpPr>
        <p:spPr>
          <a:xfrm>
            <a:off x="4132421" y="42219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4" name="object 164"/>
          <p:cNvSpPr/>
          <p:nvPr/>
        </p:nvSpPr>
        <p:spPr>
          <a:xfrm>
            <a:off x="4321968" y="42219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5" name="object 165"/>
          <p:cNvSpPr/>
          <p:nvPr/>
        </p:nvSpPr>
        <p:spPr>
          <a:xfrm>
            <a:off x="4511516" y="42219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6" name="object 166"/>
          <p:cNvSpPr/>
          <p:nvPr/>
        </p:nvSpPr>
        <p:spPr>
          <a:xfrm>
            <a:off x="4701063" y="42219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7" name="object 167"/>
          <p:cNvSpPr/>
          <p:nvPr/>
        </p:nvSpPr>
        <p:spPr>
          <a:xfrm>
            <a:off x="4890611" y="42219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8" name="object 168"/>
          <p:cNvSpPr/>
          <p:nvPr/>
        </p:nvSpPr>
        <p:spPr>
          <a:xfrm>
            <a:off x="5080158" y="42219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9" name="object 169"/>
          <p:cNvSpPr/>
          <p:nvPr/>
        </p:nvSpPr>
        <p:spPr>
          <a:xfrm>
            <a:off x="5269706" y="42219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0" name="object 170"/>
          <p:cNvSpPr/>
          <p:nvPr/>
        </p:nvSpPr>
        <p:spPr>
          <a:xfrm>
            <a:off x="5459253" y="42219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1" name="object 171"/>
          <p:cNvSpPr/>
          <p:nvPr/>
        </p:nvSpPr>
        <p:spPr>
          <a:xfrm>
            <a:off x="5648801" y="42219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2" name="object 172"/>
          <p:cNvSpPr/>
          <p:nvPr/>
        </p:nvSpPr>
        <p:spPr>
          <a:xfrm>
            <a:off x="5838348" y="42219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3" name="object 173"/>
          <p:cNvSpPr/>
          <p:nvPr/>
        </p:nvSpPr>
        <p:spPr>
          <a:xfrm>
            <a:off x="6027895" y="42219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4" name="object 174"/>
          <p:cNvSpPr/>
          <p:nvPr/>
        </p:nvSpPr>
        <p:spPr>
          <a:xfrm>
            <a:off x="6217443" y="42219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5" name="object 175"/>
          <p:cNvSpPr/>
          <p:nvPr/>
        </p:nvSpPr>
        <p:spPr>
          <a:xfrm>
            <a:off x="6406991" y="42219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6" name="object 176"/>
          <p:cNvSpPr/>
          <p:nvPr/>
        </p:nvSpPr>
        <p:spPr>
          <a:xfrm>
            <a:off x="6596538" y="42219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7" name="object 177"/>
          <p:cNvSpPr/>
          <p:nvPr/>
        </p:nvSpPr>
        <p:spPr>
          <a:xfrm>
            <a:off x="6786085" y="42219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8" name="object 178"/>
          <p:cNvSpPr/>
          <p:nvPr/>
        </p:nvSpPr>
        <p:spPr>
          <a:xfrm>
            <a:off x="6975633" y="42219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9" name="object 179"/>
          <p:cNvSpPr/>
          <p:nvPr/>
        </p:nvSpPr>
        <p:spPr>
          <a:xfrm>
            <a:off x="7165181" y="42219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0" name="object 180"/>
          <p:cNvSpPr/>
          <p:nvPr/>
        </p:nvSpPr>
        <p:spPr>
          <a:xfrm>
            <a:off x="7354728" y="42219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1" name="object 181"/>
          <p:cNvSpPr/>
          <p:nvPr/>
        </p:nvSpPr>
        <p:spPr>
          <a:xfrm>
            <a:off x="7544275" y="42219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2" name="object 182"/>
          <p:cNvSpPr/>
          <p:nvPr/>
        </p:nvSpPr>
        <p:spPr>
          <a:xfrm>
            <a:off x="7733823" y="42219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3" name="object 183"/>
          <p:cNvSpPr/>
          <p:nvPr/>
        </p:nvSpPr>
        <p:spPr>
          <a:xfrm>
            <a:off x="7923371" y="42219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4" name="object 184"/>
          <p:cNvSpPr/>
          <p:nvPr/>
        </p:nvSpPr>
        <p:spPr>
          <a:xfrm>
            <a:off x="8112918" y="42219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5" name="object 185"/>
          <p:cNvSpPr/>
          <p:nvPr/>
        </p:nvSpPr>
        <p:spPr>
          <a:xfrm>
            <a:off x="8302466" y="42219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6" name="object 186"/>
          <p:cNvSpPr/>
          <p:nvPr/>
        </p:nvSpPr>
        <p:spPr>
          <a:xfrm>
            <a:off x="8492013" y="42219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7" name="object 187"/>
          <p:cNvSpPr/>
          <p:nvPr/>
        </p:nvSpPr>
        <p:spPr>
          <a:xfrm>
            <a:off x="8681560" y="42219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8" name="object 188"/>
          <p:cNvSpPr/>
          <p:nvPr/>
        </p:nvSpPr>
        <p:spPr>
          <a:xfrm>
            <a:off x="8871108" y="42219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9" name="object 189"/>
          <p:cNvSpPr/>
          <p:nvPr/>
        </p:nvSpPr>
        <p:spPr>
          <a:xfrm>
            <a:off x="9060656" y="42219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0" name="object 190"/>
          <p:cNvSpPr/>
          <p:nvPr/>
        </p:nvSpPr>
        <p:spPr>
          <a:xfrm>
            <a:off x="9250203" y="42219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1" name="object 191"/>
          <p:cNvSpPr/>
          <p:nvPr/>
        </p:nvSpPr>
        <p:spPr>
          <a:xfrm>
            <a:off x="9439750" y="42219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2" name="object 192"/>
          <p:cNvSpPr/>
          <p:nvPr/>
        </p:nvSpPr>
        <p:spPr>
          <a:xfrm>
            <a:off x="9629298" y="42219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3" name="object 193"/>
          <p:cNvSpPr/>
          <p:nvPr/>
        </p:nvSpPr>
        <p:spPr>
          <a:xfrm>
            <a:off x="9818845" y="42219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4" name="object 194"/>
          <p:cNvSpPr/>
          <p:nvPr/>
        </p:nvSpPr>
        <p:spPr>
          <a:xfrm>
            <a:off x="10008393" y="42219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5" name="object 195"/>
          <p:cNvSpPr/>
          <p:nvPr/>
        </p:nvSpPr>
        <p:spPr>
          <a:xfrm>
            <a:off x="10197941" y="42219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6" name="object 196"/>
          <p:cNvSpPr/>
          <p:nvPr/>
        </p:nvSpPr>
        <p:spPr>
          <a:xfrm>
            <a:off x="10387489" y="42219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7" name="object 197"/>
          <p:cNvSpPr/>
          <p:nvPr/>
        </p:nvSpPr>
        <p:spPr>
          <a:xfrm>
            <a:off x="10577035" y="42219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8" name="object 198"/>
          <p:cNvSpPr/>
          <p:nvPr/>
        </p:nvSpPr>
        <p:spPr>
          <a:xfrm>
            <a:off x="10766583" y="42219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9" name="object 199"/>
          <p:cNvSpPr/>
          <p:nvPr/>
        </p:nvSpPr>
        <p:spPr>
          <a:xfrm>
            <a:off x="10956131" y="42219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0" name="object 200"/>
          <p:cNvSpPr/>
          <p:nvPr/>
        </p:nvSpPr>
        <p:spPr>
          <a:xfrm>
            <a:off x="11145678" y="42219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1" name="object 201"/>
          <p:cNvSpPr/>
          <p:nvPr/>
        </p:nvSpPr>
        <p:spPr>
          <a:xfrm>
            <a:off x="11335226" y="42219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2" name="object 202"/>
          <p:cNvSpPr/>
          <p:nvPr/>
        </p:nvSpPr>
        <p:spPr>
          <a:xfrm>
            <a:off x="11524772" y="42219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3" name="object 203"/>
          <p:cNvSpPr/>
          <p:nvPr/>
        </p:nvSpPr>
        <p:spPr>
          <a:xfrm>
            <a:off x="11714320" y="42219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4" name="object 204"/>
          <p:cNvSpPr/>
          <p:nvPr/>
        </p:nvSpPr>
        <p:spPr>
          <a:xfrm>
            <a:off x="11903868" y="42219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5" name="object 205"/>
          <p:cNvSpPr/>
          <p:nvPr/>
        </p:nvSpPr>
        <p:spPr>
          <a:xfrm>
            <a:off x="12093416" y="42219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6" name="object 206"/>
          <p:cNvSpPr/>
          <p:nvPr/>
        </p:nvSpPr>
        <p:spPr>
          <a:xfrm>
            <a:off x="12282964" y="42219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7" name="object 207"/>
          <p:cNvSpPr/>
          <p:nvPr/>
        </p:nvSpPr>
        <p:spPr>
          <a:xfrm>
            <a:off x="12472510" y="42219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8" name="object 208"/>
          <p:cNvSpPr/>
          <p:nvPr/>
        </p:nvSpPr>
        <p:spPr>
          <a:xfrm>
            <a:off x="12662058" y="42219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9" name="object 209"/>
          <p:cNvSpPr/>
          <p:nvPr/>
        </p:nvSpPr>
        <p:spPr>
          <a:xfrm>
            <a:off x="12851606" y="42219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0" name="object 210"/>
          <p:cNvSpPr/>
          <p:nvPr/>
        </p:nvSpPr>
        <p:spPr>
          <a:xfrm>
            <a:off x="13041152" y="42219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1" name="object 211"/>
          <p:cNvSpPr/>
          <p:nvPr/>
        </p:nvSpPr>
        <p:spPr>
          <a:xfrm>
            <a:off x="13230700" y="42219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2" name="object 212"/>
          <p:cNvSpPr/>
          <p:nvPr/>
        </p:nvSpPr>
        <p:spPr>
          <a:xfrm>
            <a:off x="13420249" y="42219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3" name="object 213"/>
          <p:cNvSpPr/>
          <p:nvPr/>
        </p:nvSpPr>
        <p:spPr>
          <a:xfrm>
            <a:off x="13609795" y="42219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4" name="object 214"/>
          <p:cNvSpPr/>
          <p:nvPr/>
        </p:nvSpPr>
        <p:spPr>
          <a:xfrm>
            <a:off x="13799343" y="42219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5" name="object 215"/>
          <p:cNvSpPr/>
          <p:nvPr/>
        </p:nvSpPr>
        <p:spPr>
          <a:xfrm>
            <a:off x="531018" y="53268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6" name="object 216"/>
          <p:cNvSpPr/>
          <p:nvPr/>
        </p:nvSpPr>
        <p:spPr>
          <a:xfrm>
            <a:off x="720566" y="53268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7" name="object 217"/>
          <p:cNvSpPr/>
          <p:nvPr/>
        </p:nvSpPr>
        <p:spPr>
          <a:xfrm>
            <a:off x="910113" y="53268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8" name="object 218"/>
          <p:cNvSpPr/>
          <p:nvPr/>
        </p:nvSpPr>
        <p:spPr>
          <a:xfrm>
            <a:off x="1099661" y="53268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9" name="object 219"/>
          <p:cNvSpPr/>
          <p:nvPr/>
        </p:nvSpPr>
        <p:spPr>
          <a:xfrm>
            <a:off x="1289208" y="53268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0" name="object 220"/>
          <p:cNvSpPr/>
          <p:nvPr/>
        </p:nvSpPr>
        <p:spPr>
          <a:xfrm>
            <a:off x="1478756" y="53268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1" name="object 221"/>
          <p:cNvSpPr/>
          <p:nvPr/>
        </p:nvSpPr>
        <p:spPr>
          <a:xfrm>
            <a:off x="1668303" y="53268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2" name="object 222"/>
          <p:cNvSpPr/>
          <p:nvPr/>
        </p:nvSpPr>
        <p:spPr>
          <a:xfrm>
            <a:off x="1857851" y="53268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3" name="object 223"/>
          <p:cNvSpPr/>
          <p:nvPr/>
        </p:nvSpPr>
        <p:spPr>
          <a:xfrm>
            <a:off x="2047398" y="53268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4" name="object 224"/>
          <p:cNvSpPr/>
          <p:nvPr/>
        </p:nvSpPr>
        <p:spPr>
          <a:xfrm>
            <a:off x="2236946" y="53268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5" name="object 225"/>
          <p:cNvSpPr/>
          <p:nvPr/>
        </p:nvSpPr>
        <p:spPr>
          <a:xfrm>
            <a:off x="2426493" y="53268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6" name="object 226"/>
          <p:cNvSpPr/>
          <p:nvPr/>
        </p:nvSpPr>
        <p:spPr>
          <a:xfrm>
            <a:off x="2616041" y="53268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7" name="object 227"/>
          <p:cNvSpPr/>
          <p:nvPr/>
        </p:nvSpPr>
        <p:spPr>
          <a:xfrm>
            <a:off x="2805588" y="53268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8" name="object 228"/>
          <p:cNvSpPr/>
          <p:nvPr/>
        </p:nvSpPr>
        <p:spPr>
          <a:xfrm>
            <a:off x="2995136" y="53268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9" name="object 229"/>
          <p:cNvSpPr/>
          <p:nvPr/>
        </p:nvSpPr>
        <p:spPr>
          <a:xfrm>
            <a:off x="3184683" y="53268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0" name="object 230"/>
          <p:cNvSpPr/>
          <p:nvPr/>
        </p:nvSpPr>
        <p:spPr>
          <a:xfrm>
            <a:off x="3374231" y="53268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1" name="object 231"/>
          <p:cNvSpPr/>
          <p:nvPr/>
        </p:nvSpPr>
        <p:spPr>
          <a:xfrm>
            <a:off x="3563778" y="53268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2" name="object 232"/>
          <p:cNvSpPr/>
          <p:nvPr/>
        </p:nvSpPr>
        <p:spPr>
          <a:xfrm>
            <a:off x="3753325" y="53268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3" name="object 233"/>
          <p:cNvSpPr/>
          <p:nvPr/>
        </p:nvSpPr>
        <p:spPr>
          <a:xfrm>
            <a:off x="3942873" y="53268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4" name="object 234"/>
          <p:cNvSpPr/>
          <p:nvPr/>
        </p:nvSpPr>
        <p:spPr>
          <a:xfrm>
            <a:off x="4132421" y="53268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5" name="object 235"/>
          <p:cNvSpPr/>
          <p:nvPr/>
        </p:nvSpPr>
        <p:spPr>
          <a:xfrm>
            <a:off x="4321968" y="53268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6" name="object 236"/>
          <p:cNvSpPr/>
          <p:nvPr/>
        </p:nvSpPr>
        <p:spPr>
          <a:xfrm>
            <a:off x="4511516" y="53268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7" name="object 237"/>
          <p:cNvSpPr/>
          <p:nvPr/>
        </p:nvSpPr>
        <p:spPr>
          <a:xfrm>
            <a:off x="4701063" y="53268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8" name="object 238"/>
          <p:cNvSpPr/>
          <p:nvPr/>
        </p:nvSpPr>
        <p:spPr>
          <a:xfrm>
            <a:off x="4890611" y="53268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9" name="object 239"/>
          <p:cNvSpPr/>
          <p:nvPr/>
        </p:nvSpPr>
        <p:spPr>
          <a:xfrm>
            <a:off x="5080158" y="53268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0" name="object 240"/>
          <p:cNvSpPr/>
          <p:nvPr/>
        </p:nvSpPr>
        <p:spPr>
          <a:xfrm>
            <a:off x="5269706" y="53268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1" name="object 241"/>
          <p:cNvSpPr/>
          <p:nvPr/>
        </p:nvSpPr>
        <p:spPr>
          <a:xfrm>
            <a:off x="5459253" y="53268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2" name="object 242"/>
          <p:cNvSpPr/>
          <p:nvPr/>
        </p:nvSpPr>
        <p:spPr>
          <a:xfrm>
            <a:off x="5648801" y="53268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3" name="object 243"/>
          <p:cNvSpPr/>
          <p:nvPr/>
        </p:nvSpPr>
        <p:spPr>
          <a:xfrm>
            <a:off x="5838348" y="53268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4" name="object 244"/>
          <p:cNvSpPr/>
          <p:nvPr/>
        </p:nvSpPr>
        <p:spPr>
          <a:xfrm>
            <a:off x="6027895" y="53268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5" name="object 245"/>
          <p:cNvSpPr/>
          <p:nvPr/>
        </p:nvSpPr>
        <p:spPr>
          <a:xfrm>
            <a:off x="6217443" y="53268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6" name="object 246"/>
          <p:cNvSpPr/>
          <p:nvPr/>
        </p:nvSpPr>
        <p:spPr>
          <a:xfrm>
            <a:off x="6406991" y="53268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7" name="object 247"/>
          <p:cNvSpPr/>
          <p:nvPr/>
        </p:nvSpPr>
        <p:spPr>
          <a:xfrm>
            <a:off x="6596538" y="53268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8" name="object 248"/>
          <p:cNvSpPr/>
          <p:nvPr/>
        </p:nvSpPr>
        <p:spPr>
          <a:xfrm>
            <a:off x="6786085" y="53268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9" name="object 249"/>
          <p:cNvSpPr/>
          <p:nvPr/>
        </p:nvSpPr>
        <p:spPr>
          <a:xfrm>
            <a:off x="6975633" y="53268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0" name="object 250"/>
          <p:cNvSpPr/>
          <p:nvPr/>
        </p:nvSpPr>
        <p:spPr>
          <a:xfrm>
            <a:off x="7165181" y="53268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1" name="object 251"/>
          <p:cNvSpPr/>
          <p:nvPr/>
        </p:nvSpPr>
        <p:spPr>
          <a:xfrm>
            <a:off x="7354728" y="53268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2" name="object 252"/>
          <p:cNvSpPr/>
          <p:nvPr/>
        </p:nvSpPr>
        <p:spPr>
          <a:xfrm>
            <a:off x="7544275" y="53268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3" name="object 253"/>
          <p:cNvSpPr/>
          <p:nvPr/>
        </p:nvSpPr>
        <p:spPr>
          <a:xfrm>
            <a:off x="7733823" y="53268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4" name="object 254"/>
          <p:cNvSpPr/>
          <p:nvPr/>
        </p:nvSpPr>
        <p:spPr>
          <a:xfrm>
            <a:off x="7923371" y="53268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5" name="object 255"/>
          <p:cNvSpPr/>
          <p:nvPr/>
        </p:nvSpPr>
        <p:spPr>
          <a:xfrm>
            <a:off x="8112918" y="53268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6" name="object 256"/>
          <p:cNvSpPr/>
          <p:nvPr/>
        </p:nvSpPr>
        <p:spPr>
          <a:xfrm>
            <a:off x="8302466" y="53268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7" name="object 257"/>
          <p:cNvSpPr/>
          <p:nvPr/>
        </p:nvSpPr>
        <p:spPr>
          <a:xfrm>
            <a:off x="8492013" y="53268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8" name="object 258"/>
          <p:cNvSpPr/>
          <p:nvPr/>
        </p:nvSpPr>
        <p:spPr>
          <a:xfrm>
            <a:off x="8681560" y="53268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9" name="object 259"/>
          <p:cNvSpPr/>
          <p:nvPr/>
        </p:nvSpPr>
        <p:spPr>
          <a:xfrm>
            <a:off x="8871108" y="53268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0" name="object 260"/>
          <p:cNvSpPr/>
          <p:nvPr/>
        </p:nvSpPr>
        <p:spPr>
          <a:xfrm>
            <a:off x="9060656" y="53268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1" name="object 261"/>
          <p:cNvSpPr/>
          <p:nvPr/>
        </p:nvSpPr>
        <p:spPr>
          <a:xfrm>
            <a:off x="9250203" y="53268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2" name="object 262"/>
          <p:cNvSpPr/>
          <p:nvPr/>
        </p:nvSpPr>
        <p:spPr>
          <a:xfrm>
            <a:off x="9439750" y="53268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3" name="object 263"/>
          <p:cNvSpPr/>
          <p:nvPr/>
        </p:nvSpPr>
        <p:spPr>
          <a:xfrm>
            <a:off x="9629298" y="53268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4" name="object 264"/>
          <p:cNvSpPr/>
          <p:nvPr/>
        </p:nvSpPr>
        <p:spPr>
          <a:xfrm>
            <a:off x="9818845" y="53268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5" name="object 265"/>
          <p:cNvSpPr/>
          <p:nvPr/>
        </p:nvSpPr>
        <p:spPr>
          <a:xfrm>
            <a:off x="10008393" y="53268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6" name="object 266"/>
          <p:cNvSpPr/>
          <p:nvPr/>
        </p:nvSpPr>
        <p:spPr>
          <a:xfrm>
            <a:off x="10197941" y="53268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7" name="object 267"/>
          <p:cNvSpPr/>
          <p:nvPr/>
        </p:nvSpPr>
        <p:spPr>
          <a:xfrm>
            <a:off x="10387489" y="53268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8" name="object 268"/>
          <p:cNvSpPr/>
          <p:nvPr/>
        </p:nvSpPr>
        <p:spPr>
          <a:xfrm>
            <a:off x="10577035" y="53268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9" name="object 269"/>
          <p:cNvSpPr/>
          <p:nvPr/>
        </p:nvSpPr>
        <p:spPr>
          <a:xfrm>
            <a:off x="10766583" y="53268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0" name="object 270"/>
          <p:cNvSpPr/>
          <p:nvPr/>
        </p:nvSpPr>
        <p:spPr>
          <a:xfrm>
            <a:off x="10956131" y="53268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1" name="object 271"/>
          <p:cNvSpPr/>
          <p:nvPr/>
        </p:nvSpPr>
        <p:spPr>
          <a:xfrm>
            <a:off x="11145678" y="53268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2" name="object 272"/>
          <p:cNvSpPr/>
          <p:nvPr/>
        </p:nvSpPr>
        <p:spPr>
          <a:xfrm>
            <a:off x="11335226" y="53268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3" name="object 273"/>
          <p:cNvSpPr/>
          <p:nvPr/>
        </p:nvSpPr>
        <p:spPr>
          <a:xfrm>
            <a:off x="11524772" y="53268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4" name="object 274"/>
          <p:cNvSpPr/>
          <p:nvPr/>
        </p:nvSpPr>
        <p:spPr>
          <a:xfrm>
            <a:off x="11714320" y="53268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5" name="object 275"/>
          <p:cNvSpPr/>
          <p:nvPr/>
        </p:nvSpPr>
        <p:spPr>
          <a:xfrm>
            <a:off x="11903868" y="53268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6" name="object 276"/>
          <p:cNvSpPr/>
          <p:nvPr/>
        </p:nvSpPr>
        <p:spPr>
          <a:xfrm>
            <a:off x="12093416" y="53268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7" name="object 277"/>
          <p:cNvSpPr/>
          <p:nvPr/>
        </p:nvSpPr>
        <p:spPr>
          <a:xfrm>
            <a:off x="12282964" y="53268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8" name="object 278"/>
          <p:cNvSpPr/>
          <p:nvPr/>
        </p:nvSpPr>
        <p:spPr>
          <a:xfrm>
            <a:off x="12472510" y="53268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9" name="object 279"/>
          <p:cNvSpPr/>
          <p:nvPr/>
        </p:nvSpPr>
        <p:spPr>
          <a:xfrm>
            <a:off x="12662058" y="53268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0" name="object 280"/>
          <p:cNvSpPr/>
          <p:nvPr/>
        </p:nvSpPr>
        <p:spPr>
          <a:xfrm>
            <a:off x="12851606" y="53268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1" name="object 281"/>
          <p:cNvSpPr/>
          <p:nvPr/>
        </p:nvSpPr>
        <p:spPr>
          <a:xfrm>
            <a:off x="13041152" y="53268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2" name="object 282"/>
          <p:cNvSpPr/>
          <p:nvPr/>
        </p:nvSpPr>
        <p:spPr>
          <a:xfrm>
            <a:off x="13230700" y="53268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3" name="object 283"/>
          <p:cNvSpPr/>
          <p:nvPr/>
        </p:nvSpPr>
        <p:spPr>
          <a:xfrm>
            <a:off x="13420249" y="53268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4" name="object 284"/>
          <p:cNvSpPr/>
          <p:nvPr/>
        </p:nvSpPr>
        <p:spPr>
          <a:xfrm>
            <a:off x="13609795" y="53268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5" name="object 285"/>
          <p:cNvSpPr/>
          <p:nvPr/>
        </p:nvSpPr>
        <p:spPr>
          <a:xfrm>
            <a:off x="13799343" y="53268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6" name="object 286"/>
          <p:cNvSpPr/>
          <p:nvPr/>
        </p:nvSpPr>
        <p:spPr>
          <a:xfrm>
            <a:off x="531018" y="64317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7" name="object 287"/>
          <p:cNvSpPr/>
          <p:nvPr/>
        </p:nvSpPr>
        <p:spPr>
          <a:xfrm>
            <a:off x="720566" y="64317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8" name="object 288"/>
          <p:cNvSpPr/>
          <p:nvPr/>
        </p:nvSpPr>
        <p:spPr>
          <a:xfrm>
            <a:off x="910113" y="64317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9" name="object 289"/>
          <p:cNvSpPr/>
          <p:nvPr/>
        </p:nvSpPr>
        <p:spPr>
          <a:xfrm>
            <a:off x="1099661" y="64317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0" name="object 290"/>
          <p:cNvSpPr/>
          <p:nvPr/>
        </p:nvSpPr>
        <p:spPr>
          <a:xfrm>
            <a:off x="1289208" y="64317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1" name="object 291"/>
          <p:cNvSpPr/>
          <p:nvPr/>
        </p:nvSpPr>
        <p:spPr>
          <a:xfrm>
            <a:off x="1478756" y="64317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2" name="object 292"/>
          <p:cNvSpPr/>
          <p:nvPr/>
        </p:nvSpPr>
        <p:spPr>
          <a:xfrm>
            <a:off x="1668303" y="64317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3" name="object 293"/>
          <p:cNvSpPr/>
          <p:nvPr/>
        </p:nvSpPr>
        <p:spPr>
          <a:xfrm>
            <a:off x="1857851" y="64317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4" name="object 294"/>
          <p:cNvSpPr/>
          <p:nvPr/>
        </p:nvSpPr>
        <p:spPr>
          <a:xfrm>
            <a:off x="2047398" y="64317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5" name="object 295"/>
          <p:cNvSpPr/>
          <p:nvPr/>
        </p:nvSpPr>
        <p:spPr>
          <a:xfrm>
            <a:off x="2236946" y="64317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6" name="object 296"/>
          <p:cNvSpPr/>
          <p:nvPr/>
        </p:nvSpPr>
        <p:spPr>
          <a:xfrm>
            <a:off x="2426493" y="64317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7" name="object 297"/>
          <p:cNvSpPr/>
          <p:nvPr/>
        </p:nvSpPr>
        <p:spPr>
          <a:xfrm>
            <a:off x="2616041" y="64317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8" name="object 298"/>
          <p:cNvSpPr/>
          <p:nvPr/>
        </p:nvSpPr>
        <p:spPr>
          <a:xfrm>
            <a:off x="2805588" y="64317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9" name="object 299"/>
          <p:cNvSpPr/>
          <p:nvPr/>
        </p:nvSpPr>
        <p:spPr>
          <a:xfrm>
            <a:off x="2995136" y="64317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0" name="object 300"/>
          <p:cNvSpPr/>
          <p:nvPr/>
        </p:nvSpPr>
        <p:spPr>
          <a:xfrm>
            <a:off x="3184683" y="64317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1" name="object 301"/>
          <p:cNvSpPr/>
          <p:nvPr/>
        </p:nvSpPr>
        <p:spPr>
          <a:xfrm>
            <a:off x="3374231" y="64317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2" name="object 302"/>
          <p:cNvSpPr/>
          <p:nvPr/>
        </p:nvSpPr>
        <p:spPr>
          <a:xfrm>
            <a:off x="3563778" y="64317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3" name="object 303"/>
          <p:cNvSpPr/>
          <p:nvPr/>
        </p:nvSpPr>
        <p:spPr>
          <a:xfrm>
            <a:off x="3753325" y="64317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4" name="object 304"/>
          <p:cNvSpPr/>
          <p:nvPr/>
        </p:nvSpPr>
        <p:spPr>
          <a:xfrm>
            <a:off x="3942873" y="64317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5" name="object 305"/>
          <p:cNvSpPr/>
          <p:nvPr/>
        </p:nvSpPr>
        <p:spPr>
          <a:xfrm>
            <a:off x="4132421" y="64317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6" name="object 306"/>
          <p:cNvSpPr/>
          <p:nvPr/>
        </p:nvSpPr>
        <p:spPr>
          <a:xfrm>
            <a:off x="4321968" y="64317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7" name="object 307"/>
          <p:cNvSpPr/>
          <p:nvPr/>
        </p:nvSpPr>
        <p:spPr>
          <a:xfrm>
            <a:off x="4511516" y="64317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8" name="object 308"/>
          <p:cNvSpPr/>
          <p:nvPr/>
        </p:nvSpPr>
        <p:spPr>
          <a:xfrm>
            <a:off x="4701063" y="64317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9" name="object 309"/>
          <p:cNvSpPr/>
          <p:nvPr/>
        </p:nvSpPr>
        <p:spPr>
          <a:xfrm>
            <a:off x="4890611" y="64317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0" name="object 310"/>
          <p:cNvSpPr/>
          <p:nvPr/>
        </p:nvSpPr>
        <p:spPr>
          <a:xfrm>
            <a:off x="5080158" y="64317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1" name="object 311"/>
          <p:cNvSpPr/>
          <p:nvPr/>
        </p:nvSpPr>
        <p:spPr>
          <a:xfrm>
            <a:off x="5269706" y="64317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2" name="object 312"/>
          <p:cNvSpPr/>
          <p:nvPr/>
        </p:nvSpPr>
        <p:spPr>
          <a:xfrm>
            <a:off x="5459253" y="64317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3" name="object 313"/>
          <p:cNvSpPr/>
          <p:nvPr/>
        </p:nvSpPr>
        <p:spPr>
          <a:xfrm>
            <a:off x="5648801" y="64317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4" name="object 314"/>
          <p:cNvSpPr/>
          <p:nvPr/>
        </p:nvSpPr>
        <p:spPr>
          <a:xfrm>
            <a:off x="5838348" y="64317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5" name="object 315"/>
          <p:cNvSpPr/>
          <p:nvPr/>
        </p:nvSpPr>
        <p:spPr>
          <a:xfrm>
            <a:off x="6027895" y="64317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6" name="object 316"/>
          <p:cNvSpPr/>
          <p:nvPr/>
        </p:nvSpPr>
        <p:spPr>
          <a:xfrm>
            <a:off x="6217443" y="64317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7" name="object 317"/>
          <p:cNvSpPr/>
          <p:nvPr/>
        </p:nvSpPr>
        <p:spPr>
          <a:xfrm>
            <a:off x="6406991" y="64317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8" name="object 318"/>
          <p:cNvSpPr/>
          <p:nvPr/>
        </p:nvSpPr>
        <p:spPr>
          <a:xfrm>
            <a:off x="6596538" y="64317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9" name="object 319"/>
          <p:cNvSpPr/>
          <p:nvPr/>
        </p:nvSpPr>
        <p:spPr>
          <a:xfrm>
            <a:off x="6786085" y="64317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0" name="object 320"/>
          <p:cNvSpPr/>
          <p:nvPr/>
        </p:nvSpPr>
        <p:spPr>
          <a:xfrm>
            <a:off x="6975633" y="64317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1" name="object 321"/>
          <p:cNvSpPr/>
          <p:nvPr/>
        </p:nvSpPr>
        <p:spPr>
          <a:xfrm>
            <a:off x="7165181" y="64317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2" name="object 322"/>
          <p:cNvSpPr/>
          <p:nvPr/>
        </p:nvSpPr>
        <p:spPr>
          <a:xfrm>
            <a:off x="7354728" y="64317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3" name="object 323"/>
          <p:cNvSpPr/>
          <p:nvPr/>
        </p:nvSpPr>
        <p:spPr>
          <a:xfrm>
            <a:off x="7544275" y="64317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4" name="object 324"/>
          <p:cNvSpPr/>
          <p:nvPr/>
        </p:nvSpPr>
        <p:spPr>
          <a:xfrm>
            <a:off x="7733823" y="64317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5" name="object 325"/>
          <p:cNvSpPr/>
          <p:nvPr/>
        </p:nvSpPr>
        <p:spPr>
          <a:xfrm>
            <a:off x="7923371" y="64317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6" name="object 326"/>
          <p:cNvSpPr/>
          <p:nvPr/>
        </p:nvSpPr>
        <p:spPr>
          <a:xfrm>
            <a:off x="8112918" y="64317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7" name="object 327"/>
          <p:cNvSpPr/>
          <p:nvPr/>
        </p:nvSpPr>
        <p:spPr>
          <a:xfrm>
            <a:off x="8302466" y="64317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8" name="object 328"/>
          <p:cNvSpPr/>
          <p:nvPr/>
        </p:nvSpPr>
        <p:spPr>
          <a:xfrm>
            <a:off x="8492013" y="64317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9" name="object 329"/>
          <p:cNvSpPr/>
          <p:nvPr/>
        </p:nvSpPr>
        <p:spPr>
          <a:xfrm>
            <a:off x="8681560" y="64317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0" name="object 330"/>
          <p:cNvSpPr/>
          <p:nvPr/>
        </p:nvSpPr>
        <p:spPr>
          <a:xfrm>
            <a:off x="8871108" y="64317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1" name="object 331"/>
          <p:cNvSpPr/>
          <p:nvPr/>
        </p:nvSpPr>
        <p:spPr>
          <a:xfrm>
            <a:off x="9060656" y="64317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2" name="object 332"/>
          <p:cNvSpPr/>
          <p:nvPr/>
        </p:nvSpPr>
        <p:spPr>
          <a:xfrm>
            <a:off x="9250203" y="64317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3" name="object 333"/>
          <p:cNvSpPr/>
          <p:nvPr/>
        </p:nvSpPr>
        <p:spPr>
          <a:xfrm>
            <a:off x="9439750" y="64317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4" name="object 334"/>
          <p:cNvSpPr/>
          <p:nvPr/>
        </p:nvSpPr>
        <p:spPr>
          <a:xfrm>
            <a:off x="9629298" y="64317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5" name="object 335"/>
          <p:cNvSpPr/>
          <p:nvPr/>
        </p:nvSpPr>
        <p:spPr>
          <a:xfrm>
            <a:off x="9818845" y="64317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6" name="object 336"/>
          <p:cNvSpPr/>
          <p:nvPr/>
        </p:nvSpPr>
        <p:spPr>
          <a:xfrm>
            <a:off x="10008393" y="64317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7" name="object 337"/>
          <p:cNvSpPr/>
          <p:nvPr/>
        </p:nvSpPr>
        <p:spPr>
          <a:xfrm>
            <a:off x="10197941" y="64317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8" name="object 338"/>
          <p:cNvSpPr/>
          <p:nvPr/>
        </p:nvSpPr>
        <p:spPr>
          <a:xfrm>
            <a:off x="10387489" y="64317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9" name="object 339"/>
          <p:cNvSpPr/>
          <p:nvPr/>
        </p:nvSpPr>
        <p:spPr>
          <a:xfrm>
            <a:off x="10577035" y="64317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0" name="object 340"/>
          <p:cNvSpPr/>
          <p:nvPr/>
        </p:nvSpPr>
        <p:spPr>
          <a:xfrm>
            <a:off x="10766583" y="64317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1" name="object 341"/>
          <p:cNvSpPr/>
          <p:nvPr/>
        </p:nvSpPr>
        <p:spPr>
          <a:xfrm>
            <a:off x="10956131" y="64317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2" name="object 342"/>
          <p:cNvSpPr/>
          <p:nvPr/>
        </p:nvSpPr>
        <p:spPr>
          <a:xfrm>
            <a:off x="11145678" y="64317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3" name="object 343"/>
          <p:cNvSpPr/>
          <p:nvPr/>
        </p:nvSpPr>
        <p:spPr>
          <a:xfrm>
            <a:off x="11335226" y="64317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4" name="object 344"/>
          <p:cNvSpPr/>
          <p:nvPr/>
        </p:nvSpPr>
        <p:spPr>
          <a:xfrm>
            <a:off x="11524772" y="64317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5" name="object 345"/>
          <p:cNvSpPr/>
          <p:nvPr/>
        </p:nvSpPr>
        <p:spPr>
          <a:xfrm>
            <a:off x="11714320" y="64317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6" name="object 346"/>
          <p:cNvSpPr/>
          <p:nvPr/>
        </p:nvSpPr>
        <p:spPr>
          <a:xfrm>
            <a:off x="11903868" y="64317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7" name="object 347"/>
          <p:cNvSpPr/>
          <p:nvPr/>
        </p:nvSpPr>
        <p:spPr>
          <a:xfrm>
            <a:off x="12093416" y="64317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8" name="object 348"/>
          <p:cNvSpPr/>
          <p:nvPr/>
        </p:nvSpPr>
        <p:spPr>
          <a:xfrm>
            <a:off x="12282964" y="64317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9" name="object 349"/>
          <p:cNvSpPr/>
          <p:nvPr/>
        </p:nvSpPr>
        <p:spPr>
          <a:xfrm>
            <a:off x="12472510" y="64317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0" name="object 350"/>
          <p:cNvSpPr/>
          <p:nvPr/>
        </p:nvSpPr>
        <p:spPr>
          <a:xfrm>
            <a:off x="12662058" y="64317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1" name="object 351"/>
          <p:cNvSpPr/>
          <p:nvPr/>
        </p:nvSpPr>
        <p:spPr>
          <a:xfrm>
            <a:off x="12851606" y="64317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2" name="object 352"/>
          <p:cNvSpPr/>
          <p:nvPr/>
        </p:nvSpPr>
        <p:spPr>
          <a:xfrm>
            <a:off x="13041152" y="64317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3" name="object 353"/>
          <p:cNvSpPr/>
          <p:nvPr/>
        </p:nvSpPr>
        <p:spPr>
          <a:xfrm>
            <a:off x="13230700" y="64317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4" name="object 354"/>
          <p:cNvSpPr/>
          <p:nvPr/>
        </p:nvSpPr>
        <p:spPr>
          <a:xfrm>
            <a:off x="13420249" y="64317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5" name="object 355"/>
          <p:cNvSpPr/>
          <p:nvPr/>
        </p:nvSpPr>
        <p:spPr>
          <a:xfrm>
            <a:off x="13609795" y="64317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6" name="object 356"/>
          <p:cNvSpPr/>
          <p:nvPr/>
        </p:nvSpPr>
        <p:spPr>
          <a:xfrm>
            <a:off x="13799343" y="64317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7" name="object 357"/>
          <p:cNvSpPr/>
          <p:nvPr/>
        </p:nvSpPr>
        <p:spPr>
          <a:xfrm>
            <a:off x="531018" y="75366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8" name="object 358"/>
          <p:cNvSpPr/>
          <p:nvPr/>
        </p:nvSpPr>
        <p:spPr>
          <a:xfrm>
            <a:off x="720566" y="75366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9" name="object 359"/>
          <p:cNvSpPr/>
          <p:nvPr/>
        </p:nvSpPr>
        <p:spPr>
          <a:xfrm>
            <a:off x="910113" y="75366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0" name="object 360"/>
          <p:cNvSpPr/>
          <p:nvPr/>
        </p:nvSpPr>
        <p:spPr>
          <a:xfrm>
            <a:off x="1099661" y="75366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1" name="object 361"/>
          <p:cNvSpPr/>
          <p:nvPr/>
        </p:nvSpPr>
        <p:spPr>
          <a:xfrm>
            <a:off x="1289208" y="75366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2" name="object 362"/>
          <p:cNvSpPr/>
          <p:nvPr/>
        </p:nvSpPr>
        <p:spPr>
          <a:xfrm>
            <a:off x="1478756" y="75366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3" name="object 363"/>
          <p:cNvSpPr/>
          <p:nvPr/>
        </p:nvSpPr>
        <p:spPr>
          <a:xfrm>
            <a:off x="1668303" y="75366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4" name="object 364"/>
          <p:cNvSpPr/>
          <p:nvPr/>
        </p:nvSpPr>
        <p:spPr>
          <a:xfrm>
            <a:off x="1857851" y="75366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5" name="object 365"/>
          <p:cNvSpPr/>
          <p:nvPr/>
        </p:nvSpPr>
        <p:spPr>
          <a:xfrm>
            <a:off x="2047398" y="75366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6" name="object 366"/>
          <p:cNvSpPr/>
          <p:nvPr/>
        </p:nvSpPr>
        <p:spPr>
          <a:xfrm>
            <a:off x="2236946" y="75366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7" name="object 367"/>
          <p:cNvSpPr/>
          <p:nvPr/>
        </p:nvSpPr>
        <p:spPr>
          <a:xfrm>
            <a:off x="2426493" y="75366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8" name="object 368"/>
          <p:cNvSpPr/>
          <p:nvPr/>
        </p:nvSpPr>
        <p:spPr>
          <a:xfrm>
            <a:off x="2616041" y="75366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9" name="object 369"/>
          <p:cNvSpPr/>
          <p:nvPr/>
        </p:nvSpPr>
        <p:spPr>
          <a:xfrm>
            <a:off x="2805588" y="75366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0" name="object 370"/>
          <p:cNvSpPr/>
          <p:nvPr/>
        </p:nvSpPr>
        <p:spPr>
          <a:xfrm>
            <a:off x="2995136" y="75366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1" name="object 371"/>
          <p:cNvSpPr/>
          <p:nvPr/>
        </p:nvSpPr>
        <p:spPr>
          <a:xfrm>
            <a:off x="3184683" y="75366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2" name="object 372"/>
          <p:cNvSpPr/>
          <p:nvPr/>
        </p:nvSpPr>
        <p:spPr>
          <a:xfrm>
            <a:off x="3374231" y="75366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3" name="object 373"/>
          <p:cNvSpPr/>
          <p:nvPr/>
        </p:nvSpPr>
        <p:spPr>
          <a:xfrm>
            <a:off x="3563778" y="75366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4" name="object 374"/>
          <p:cNvSpPr/>
          <p:nvPr/>
        </p:nvSpPr>
        <p:spPr>
          <a:xfrm>
            <a:off x="3753325" y="75366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5" name="object 375"/>
          <p:cNvSpPr/>
          <p:nvPr/>
        </p:nvSpPr>
        <p:spPr>
          <a:xfrm>
            <a:off x="3942873" y="75366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6" name="object 376"/>
          <p:cNvSpPr/>
          <p:nvPr/>
        </p:nvSpPr>
        <p:spPr>
          <a:xfrm>
            <a:off x="4132421" y="75366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7" name="object 377"/>
          <p:cNvSpPr/>
          <p:nvPr/>
        </p:nvSpPr>
        <p:spPr>
          <a:xfrm>
            <a:off x="4321968" y="75366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8" name="object 378"/>
          <p:cNvSpPr/>
          <p:nvPr/>
        </p:nvSpPr>
        <p:spPr>
          <a:xfrm>
            <a:off x="4511516" y="75366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9" name="object 379"/>
          <p:cNvSpPr/>
          <p:nvPr/>
        </p:nvSpPr>
        <p:spPr>
          <a:xfrm>
            <a:off x="4701063" y="75366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0" name="object 380"/>
          <p:cNvSpPr/>
          <p:nvPr/>
        </p:nvSpPr>
        <p:spPr>
          <a:xfrm>
            <a:off x="4890611" y="75366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1" name="object 381"/>
          <p:cNvSpPr/>
          <p:nvPr/>
        </p:nvSpPr>
        <p:spPr>
          <a:xfrm>
            <a:off x="5080158" y="75366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2" name="object 382"/>
          <p:cNvSpPr/>
          <p:nvPr/>
        </p:nvSpPr>
        <p:spPr>
          <a:xfrm>
            <a:off x="5269706" y="75366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3" name="object 383"/>
          <p:cNvSpPr/>
          <p:nvPr/>
        </p:nvSpPr>
        <p:spPr>
          <a:xfrm>
            <a:off x="5459253" y="75366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4" name="object 384"/>
          <p:cNvSpPr/>
          <p:nvPr/>
        </p:nvSpPr>
        <p:spPr>
          <a:xfrm>
            <a:off x="5648801" y="75366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5" name="object 385"/>
          <p:cNvSpPr/>
          <p:nvPr/>
        </p:nvSpPr>
        <p:spPr>
          <a:xfrm>
            <a:off x="5838348" y="75366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6" name="object 386"/>
          <p:cNvSpPr/>
          <p:nvPr/>
        </p:nvSpPr>
        <p:spPr>
          <a:xfrm>
            <a:off x="6027895" y="75366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7" name="object 387"/>
          <p:cNvSpPr/>
          <p:nvPr/>
        </p:nvSpPr>
        <p:spPr>
          <a:xfrm>
            <a:off x="6217443" y="75366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8" name="object 388"/>
          <p:cNvSpPr/>
          <p:nvPr/>
        </p:nvSpPr>
        <p:spPr>
          <a:xfrm>
            <a:off x="6406991" y="75366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9" name="object 389"/>
          <p:cNvSpPr/>
          <p:nvPr/>
        </p:nvSpPr>
        <p:spPr>
          <a:xfrm>
            <a:off x="6596538" y="75366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0" name="object 390"/>
          <p:cNvSpPr/>
          <p:nvPr/>
        </p:nvSpPr>
        <p:spPr>
          <a:xfrm>
            <a:off x="6786085" y="75366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1" name="object 391"/>
          <p:cNvSpPr/>
          <p:nvPr/>
        </p:nvSpPr>
        <p:spPr>
          <a:xfrm>
            <a:off x="6975633" y="75366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2" name="object 392"/>
          <p:cNvSpPr/>
          <p:nvPr/>
        </p:nvSpPr>
        <p:spPr>
          <a:xfrm>
            <a:off x="7165181" y="75366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3" name="object 393"/>
          <p:cNvSpPr/>
          <p:nvPr/>
        </p:nvSpPr>
        <p:spPr>
          <a:xfrm>
            <a:off x="7354728" y="75366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4" name="object 394"/>
          <p:cNvSpPr/>
          <p:nvPr/>
        </p:nvSpPr>
        <p:spPr>
          <a:xfrm>
            <a:off x="7544275" y="75366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5" name="object 395"/>
          <p:cNvSpPr/>
          <p:nvPr/>
        </p:nvSpPr>
        <p:spPr>
          <a:xfrm>
            <a:off x="7733823" y="75366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6" name="object 396"/>
          <p:cNvSpPr/>
          <p:nvPr/>
        </p:nvSpPr>
        <p:spPr>
          <a:xfrm>
            <a:off x="7923371" y="75366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7" name="object 397"/>
          <p:cNvSpPr/>
          <p:nvPr/>
        </p:nvSpPr>
        <p:spPr>
          <a:xfrm>
            <a:off x="8112918" y="75366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8" name="object 398"/>
          <p:cNvSpPr/>
          <p:nvPr/>
        </p:nvSpPr>
        <p:spPr>
          <a:xfrm>
            <a:off x="8302466" y="75366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9" name="object 399"/>
          <p:cNvSpPr/>
          <p:nvPr/>
        </p:nvSpPr>
        <p:spPr>
          <a:xfrm>
            <a:off x="8492013" y="75366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0" name="object 400"/>
          <p:cNvSpPr/>
          <p:nvPr/>
        </p:nvSpPr>
        <p:spPr>
          <a:xfrm>
            <a:off x="8681560" y="75366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1" name="object 401"/>
          <p:cNvSpPr/>
          <p:nvPr/>
        </p:nvSpPr>
        <p:spPr>
          <a:xfrm>
            <a:off x="8871108" y="75366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2" name="object 402"/>
          <p:cNvSpPr/>
          <p:nvPr/>
        </p:nvSpPr>
        <p:spPr>
          <a:xfrm>
            <a:off x="9060656" y="75366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3" name="object 403"/>
          <p:cNvSpPr/>
          <p:nvPr/>
        </p:nvSpPr>
        <p:spPr>
          <a:xfrm>
            <a:off x="9250203" y="75366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4" name="object 404"/>
          <p:cNvSpPr/>
          <p:nvPr/>
        </p:nvSpPr>
        <p:spPr>
          <a:xfrm>
            <a:off x="9439750" y="75366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5" name="object 405"/>
          <p:cNvSpPr/>
          <p:nvPr/>
        </p:nvSpPr>
        <p:spPr>
          <a:xfrm>
            <a:off x="9629298" y="75366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6" name="object 406"/>
          <p:cNvSpPr/>
          <p:nvPr/>
        </p:nvSpPr>
        <p:spPr>
          <a:xfrm>
            <a:off x="9818845" y="75366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7" name="object 407"/>
          <p:cNvSpPr/>
          <p:nvPr/>
        </p:nvSpPr>
        <p:spPr>
          <a:xfrm>
            <a:off x="10008393" y="75366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8" name="object 408"/>
          <p:cNvSpPr/>
          <p:nvPr/>
        </p:nvSpPr>
        <p:spPr>
          <a:xfrm>
            <a:off x="10197941" y="75366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9" name="object 409"/>
          <p:cNvSpPr/>
          <p:nvPr/>
        </p:nvSpPr>
        <p:spPr>
          <a:xfrm>
            <a:off x="10387489" y="75366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0" name="object 410"/>
          <p:cNvSpPr/>
          <p:nvPr/>
        </p:nvSpPr>
        <p:spPr>
          <a:xfrm>
            <a:off x="10577035" y="75366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1" name="object 411"/>
          <p:cNvSpPr/>
          <p:nvPr/>
        </p:nvSpPr>
        <p:spPr>
          <a:xfrm>
            <a:off x="10766583" y="75366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2" name="object 412"/>
          <p:cNvSpPr/>
          <p:nvPr/>
        </p:nvSpPr>
        <p:spPr>
          <a:xfrm>
            <a:off x="10956131" y="75366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3" name="object 413"/>
          <p:cNvSpPr/>
          <p:nvPr/>
        </p:nvSpPr>
        <p:spPr>
          <a:xfrm>
            <a:off x="11145678" y="75366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4" name="object 414"/>
          <p:cNvSpPr/>
          <p:nvPr/>
        </p:nvSpPr>
        <p:spPr>
          <a:xfrm>
            <a:off x="11335226" y="75366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5" name="object 415"/>
          <p:cNvSpPr/>
          <p:nvPr/>
        </p:nvSpPr>
        <p:spPr>
          <a:xfrm>
            <a:off x="11524772" y="75366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6" name="object 416"/>
          <p:cNvSpPr/>
          <p:nvPr/>
        </p:nvSpPr>
        <p:spPr>
          <a:xfrm>
            <a:off x="11714320" y="75366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7" name="object 417"/>
          <p:cNvSpPr/>
          <p:nvPr/>
        </p:nvSpPr>
        <p:spPr>
          <a:xfrm>
            <a:off x="11903868" y="75366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8" name="object 418"/>
          <p:cNvSpPr/>
          <p:nvPr/>
        </p:nvSpPr>
        <p:spPr>
          <a:xfrm>
            <a:off x="12093416" y="75366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9" name="object 419"/>
          <p:cNvSpPr/>
          <p:nvPr/>
        </p:nvSpPr>
        <p:spPr>
          <a:xfrm>
            <a:off x="12282964" y="75366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0" name="object 420"/>
          <p:cNvSpPr/>
          <p:nvPr/>
        </p:nvSpPr>
        <p:spPr>
          <a:xfrm>
            <a:off x="12472510" y="75366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1" name="object 421"/>
          <p:cNvSpPr/>
          <p:nvPr/>
        </p:nvSpPr>
        <p:spPr>
          <a:xfrm>
            <a:off x="12662058" y="75366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2" name="object 422"/>
          <p:cNvSpPr/>
          <p:nvPr/>
        </p:nvSpPr>
        <p:spPr>
          <a:xfrm>
            <a:off x="12851606" y="75366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3" name="object 423"/>
          <p:cNvSpPr/>
          <p:nvPr/>
        </p:nvSpPr>
        <p:spPr>
          <a:xfrm>
            <a:off x="13041152" y="75366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4" name="object 424"/>
          <p:cNvSpPr/>
          <p:nvPr/>
        </p:nvSpPr>
        <p:spPr>
          <a:xfrm>
            <a:off x="13230700" y="75366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5" name="object 425"/>
          <p:cNvSpPr/>
          <p:nvPr/>
        </p:nvSpPr>
        <p:spPr>
          <a:xfrm>
            <a:off x="13420249" y="75366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6" name="object 426"/>
          <p:cNvSpPr/>
          <p:nvPr/>
        </p:nvSpPr>
        <p:spPr>
          <a:xfrm>
            <a:off x="13609795" y="75366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7" name="object 427"/>
          <p:cNvSpPr/>
          <p:nvPr/>
        </p:nvSpPr>
        <p:spPr>
          <a:xfrm>
            <a:off x="13799343" y="753665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30007" y="4702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717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8" name="object 428"/>
          <p:cNvSpPr txBox="1"/>
          <p:nvPr/>
        </p:nvSpPr>
        <p:spPr>
          <a:xfrm>
            <a:off x="483394" y="317500"/>
            <a:ext cx="2511742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100" dirty="0">
                <a:solidFill>
                  <a:srgbClr val="193C3C"/>
                </a:solidFill>
                <a:latin typeface="Calibri"/>
                <a:cs typeface="Calibri"/>
              </a:rPr>
              <a:t>How</a:t>
            </a:r>
            <a:r>
              <a:rPr sz="2800" spc="-5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93C3C"/>
                </a:solidFill>
                <a:latin typeface="Calibri"/>
                <a:cs typeface="Calibri"/>
              </a:rPr>
              <a:t>it</a:t>
            </a:r>
            <a:r>
              <a:rPr sz="2800" spc="-5" dirty="0">
                <a:solidFill>
                  <a:srgbClr val="193C3C"/>
                </a:solidFill>
                <a:latin typeface="Calibri"/>
                <a:cs typeface="Calibri"/>
              </a:rPr>
              <a:t> </a:t>
            </a:r>
            <a:r>
              <a:rPr sz="2800" spc="55" dirty="0">
                <a:solidFill>
                  <a:srgbClr val="193C3C"/>
                </a:solidFill>
                <a:latin typeface="Calibri"/>
                <a:cs typeface="Calibri"/>
              </a:rPr>
              <a:t>works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429" name="object 429" descr="$PPTXTitle"/>
          <p:cNvSpPr txBox="1">
            <a:spLocks noGrp="1"/>
          </p:cNvSpPr>
          <p:nvPr>
            <p:ph type="title"/>
          </p:nvPr>
        </p:nvSpPr>
        <p:spPr>
          <a:xfrm>
            <a:off x="520700" y="2120900"/>
            <a:ext cx="3473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70" dirty="0"/>
              <a:t>01</a:t>
            </a:r>
          </a:p>
        </p:txBody>
      </p:sp>
      <p:sp>
        <p:nvSpPr>
          <p:cNvPr id="430" name="object 430"/>
          <p:cNvSpPr txBox="1"/>
          <p:nvPr/>
        </p:nvSpPr>
        <p:spPr>
          <a:xfrm>
            <a:off x="1482724" y="2139950"/>
            <a:ext cx="2081054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340" dirty="0">
                <a:solidFill>
                  <a:srgbClr val="071719"/>
                </a:solidFill>
                <a:latin typeface="Palatino Linotype"/>
                <a:cs typeface="Palatino Linotype"/>
              </a:rPr>
              <a:t>I</a:t>
            </a:r>
            <a:r>
              <a:rPr lang="en-IN" sz="2400" spc="-340" dirty="0">
                <a:solidFill>
                  <a:srgbClr val="071719"/>
                </a:solidFill>
                <a:latin typeface="Palatino Linotype"/>
                <a:cs typeface="Palatino Linotype"/>
              </a:rPr>
              <a:t> </a:t>
            </a:r>
            <a:r>
              <a:rPr sz="2400" spc="-340" dirty="0">
                <a:solidFill>
                  <a:srgbClr val="071719"/>
                </a:solidFill>
                <a:latin typeface="Palatino Linotype"/>
                <a:cs typeface="Palatino Linotype"/>
              </a:rPr>
              <a:t>m</a:t>
            </a:r>
            <a:r>
              <a:rPr lang="en-IN" sz="2400" spc="-340" dirty="0">
                <a:solidFill>
                  <a:srgbClr val="071719"/>
                </a:solidFill>
                <a:latin typeface="Palatino Linotype"/>
                <a:cs typeface="Palatino Linotype"/>
              </a:rPr>
              <a:t> </a:t>
            </a:r>
            <a:r>
              <a:rPr sz="2400" spc="-340" dirty="0">
                <a:solidFill>
                  <a:srgbClr val="071719"/>
                </a:solidFill>
                <a:latin typeface="Palatino Linotype"/>
                <a:cs typeface="Palatino Linotype"/>
              </a:rPr>
              <a:t>a</a:t>
            </a:r>
            <a:r>
              <a:rPr lang="en-IN" sz="2400" spc="-340" dirty="0">
                <a:solidFill>
                  <a:srgbClr val="071719"/>
                </a:solidFill>
                <a:latin typeface="Palatino Linotype"/>
                <a:cs typeface="Palatino Linotype"/>
              </a:rPr>
              <a:t> </a:t>
            </a:r>
            <a:r>
              <a:rPr sz="2400" spc="-340" dirty="0">
                <a:solidFill>
                  <a:srgbClr val="071719"/>
                </a:solidFill>
                <a:latin typeface="Palatino Linotype"/>
                <a:cs typeface="Palatino Linotype"/>
              </a:rPr>
              <a:t>g</a:t>
            </a:r>
            <a:r>
              <a:rPr lang="en-IN" sz="2400" spc="-340" dirty="0">
                <a:solidFill>
                  <a:srgbClr val="071719"/>
                </a:solidFill>
                <a:latin typeface="Palatino Linotype"/>
                <a:cs typeface="Palatino Linotype"/>
              </a:rPr>
              <a:t> </a:t>
            </a:r>
            <a:r>
              <a:rPr sz="2400" spc="-340" dirty="0">
                <a:solidFill>
                  <a:srgbClr val="071719"/>
                </a:solidFill>
                <a:latin typeface="Palatino Linotype"/>
                <a:cs typeface="Palatino Linotype"/>
              </a:rPr>
              <a:t>e</a:t>
            </a:r>
            <a:r>
              <a:rPr lang="en-IN" sz="2400" spc="-340" dirty="0">
                <a:solidFill>
                  <a:srgbClr val="071719"/>
                </a:solidFill>
                <a:latin typeface="Palatino Linotype"/>
                <a:cs typeface="Palatino Linotype"/>
              </a:rPr>
              <a:t> </a:t>
            </a:r>
            <a:r>
              <a:rPr sz="2400" spc="-229" dirty="0">
                <a:solidFill>
                  <a:srgbClr val="071719"/>
                </a:solidFill>
                <a:latin typeface="Palatino Linotype"/>
                <a:cs typeface="Palatino Linotype"/>
              </a:rPr>
              <a:t> </a:t>
            </a:r>
            <a:r>
              <a:rPr sz="2400" spc="-305" dirty="0">
                <a:solidFill>
                  <a:srgbClr val="071719"/>
                </a:solidFill>
                <a:latin typeface="Palatino Linotype"/>
                <a:cs typeface="Palatino Linotype"/>
              </a:rPr>
              <a:t>c</a:t>
            </a:r>
            <a:r>
              <a:rPr lang="en-IN" sz="2400" spc="-305" dirty="0">
                <a:solidFill>
                  <a:srgbClr val="071719"/>
                </a:solidFill>
                <a:latin typeface="Palatino Linotype"/>
                <a:cs typeface="Palatino Linotype"/>
              </a:rPr>
              <a:t> </a:t>
            </a:r>
            <a:r>
              <a:rPr sz="2400" spc="-305" dirty="0">
                <a:solidFill>
                  <a:srgbClr val="071719"/>
                </a:solidFill>
                <a:latin typeface="Palatino Linotype"/>
                <a:cs typeface="Palatino Linotype"/>
              </a:rPr>
              <a:t>a</a:t>
            </a:r>
            <a:r>
              <a:rPr lang="en-IN" sz="2400" spc="-305" dirty="0">
                <a:solidFill>
                  <a:srgbClr val="071719"/>
                </a:solidFill>
                <a:latin typeface="Palatino Linotype"/>
                <a:cs typeface="Palatino Linotype"/>
              </a:rPr>
              <a:t> </a:t>
            </a:r>
            <a:r>
              <a:rPr sz="2400" spc="-305" dirty="0">
                <a:solidFill>
                  <a:srgbClr val="071719"/>
                </a:solidFill>
                <a:latin typeface="Palatino Linotype"/>
                <a:cs typeface="Palatino Linotype"/>
              </a:rPr>
              <a:t>p</a:t>
            </a:r>
            <a:r>
              <a:rPr lang="en-IN" sz="2400" spc="-305" dirty="0">
                <a:solidFill>
                  <a:srgbClr val="071719"/>
                </a:solidFill>
                <a:latin typeface="Palatino Linotype"/>
                <a:cs typeface="Palatino Linotype"/>
              </a:rPr>
              <a:t> </a:t>
            </a:r>
            <a:r>
              <a:rPr sz="2400" spc="-305" dirty="0">
                <a:solidFill>
                  <a:srgbClr val="071719"/>
                </a:solidFill>
                <a:latin typeface="Palatino Linotype"/>
                <a:cs typeface="Palatino Linotype"/>
              </a:rPr>
              <a:t>t</a:t>
            </a:r>
            <a:r>
              <a:rPr lang="en-IN" sz="2400" spc="-305" dirty="0">
                <a:solidFill>
                  <a:srgbClr val="071719"/>
                </a:solidFill>
                <a:latin typeface="Palatino Linotype"/>
                <a:cs typeface="Palatino Linotype"/>
              </a:rPr>
              <a:t> </a:t>
            </a:r>
            <a:r>
              <a:rPr sz="2400" spc="-305" dirty="0">
                <a:solidFill>
                  <a:srgbClr val="071719"/>
                </a:solidFill>
                <a:latin typeface="Palatino Linotype"/>
                <a:cs typeface="Palatino Linotype"/>
              </a:rPr>
              <a:t>u</a:t>
            </a:r>
            <a:r>
              <a:rPr lang="en-IN" sz="2400" spc="-305" dirty="0">
                <a:solidFill>
                  <a:srgbClr val="071719"/>
                </a:solidFill>
                <a:latin typeface="Palatino Linotype"/>
                <a:cs typeface="Palatino Linotype"/>
              </a:rPr>
              <a:t> </a:t>
            </a:r>
            <a:r>
              <a:rPr sz="2400" spc="-305" dirty="0">
                <a:solidFill>
                  <a:srgbClr val="071719"/>
                </a:solidFill>
                <a:latin typeface="Palatino Linotype"/>
                <a:cs typeface="Palatino Linotype"/>
              </a:rPr>
              <a:t>r</a:t>
            </a:r>
            <a:r>
              <a:rPr lang="en-IN" sz="2400" spc="-305" dirty="0">
                <a:solidFill>
                  <a:srgbClr val="071719"/>
                </a:solidFill>
                <a:latin typeface="Palatino Linotype"/>
                <a:cs typeface="Palatino Linotype"/>
              </a:rPr>
              <a:t> </a:t>
            </a:r>
            <a:r>
              <a:rPr sz="2400" spc="-305" dirty="0">
                <a:solidFill>
                  <a:srgbClr val="071719"/>
                </a:solidFill>
                <a:latin typeface="Palatino Linotype"/>
                <a:cs typeface="Palatino Linotype"/>
              </a:rPr>
              <a:t>e</a:t>
            </a:r>
            <a:endParaRPr sz="2400" dirty="0">
              <a:latin typeface="Palatino Linotype"/>
              <a:cs typeface="Palatino Linotype"/>
            </a:endParaRPr>
          </a:p>
        </p:txBody>
      </p:sp>
      <p:sp>
        <p:nvSpPr>
          <p:cNvPr id="431" name="object 431"/>
          <p:cNvSpPr txBox="1"/>
          <p:nvPr/>
        </p:nvSpPr>
        <p:spPr>
          <a:xfrm>
            <a:off x="9674224" y="2149475"/>
            <a:ext cx="3659504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pc="90" dirty="0">
                <a:solidFill>
                  <a:srgbClr val="808080"/>
                </a:solidFill>
                <a:latin typeface="Calibri"/>
                <a:cs typeface="Calibri"/>
              </a:rPr>
              <a:t>Farmer</a:t>
            </a:r>
            <a:r>
              <a:rPr spc="-30" dirty="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spc="85" dirty="0">
                <a:solidFill>
                  <a:srgbClr val="808080"/>
                </a:solidFill>
                <a:latin typeface="Calibri"/>
                <a:cs typeface="Calibri"/>
              </a:rPr>
              <a:t>captures</a:t>
            </a:r>
            <a:r>
              <a:rPr spc="-25" dirty="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spc="60" dirty="0">
                <a:solidFill>
                  <a:srgbClr val="808080"/>
                </a:solidFill>
                <a:latin typeface="Calibri"/>
                <a:cs typeface="Calibri"/>
              </a:rPr>
              <a:t>or</a:t>
            </a:r>
            <a:r>
              <a:rPr spc="-25" dirty="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spc="85" dirty="0">
                <a:solidFill>
                  <a:srgbClr val="808080"/>
                </a:solidFill>
                <a:latin typeface="Calibri"/>
                <a:cs typeface="Calibri"/>
              </a:rPr>
              <a:t>uploads</a:t>
            </a:r>
            <a:r>
              <a:rPr spc="-25" dirty="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spc="85" dirty="0">
                <a:solidFill>
                  <a:srgbClr val="808080"/>
                </a:solidFill>
                <a:latin typeface="Calibri"/>
                <a:cs typeface="Calibri"/>
              </a:rPr>
              <a:t>a</a:t>
            </a:r>
            <a:r>
              <a:rPr spc="-25" dirty="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spc="85" dirty="0">
                <a:solidFill>
                  <a:srgbClr val="808080"/>
                </a:solidFill>
                <a:latin typeface="Calibri"/>
                <a:cs typeface="Calibri"/>
              </a:rPr>
              <a:t>photo</a:t>
            </a:r>
            <a:r>
              <a:rPr spc="-30" dirty="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spc="70" dirty="0">
                <a:solidFill>
                  <a:srgbClr val="808080"/>
                </a:solidFill>
                <a:latin typeface="Calibri"/>
                <a:cs typeface="Calibri"/>
              </a:rPr>
              <a:t>of</a:t>
            </a:r>
            <a:r>
              <a:rPr spc="-25" dirty="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spc="60" dirty="0">
                <a:solidFill>
                  <a:srgbClr val="808080"/>
                </a:solidFill>
                <a:latin typeface="Calibri"/>
                <a:cs typeface="Calibri"/>
              </a:rPr>
              <a:t>the </a:t>
            </a:r>
            <a:r>
              <a:rPr spc="80" dirty="0">
                <a:solidFill>
                  <a:srgbClr val="808080"/>
                </a:solidFill>
                <a:latin typeface="Calibri"/>
                <a:cs typeface="Calibri"/>
              </a:rPr>
              <a:t>affected</a:t>
            </a:r>
            <a:r>
              <a:rPr spc="-30" dirty="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spc="55" dirty="0">
                <a:solidFill>
                  <a:srgbClr val="808080"/>
                </a:solidFill>
                <a:latin typeface="Calibri"/>
                <a:cs typeface="Calibri"/>
              </a:rPr>
              <a:t>leaf</a:t>
            </a:r>
            <a:r>
              <a:rPr spc="-30" dirty="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spc="60" dirty="0">
                <a:solidFill>
                  <a:srgbClr val="808080"/>
                </a:solidFill>
                <a:latin typeface="Calibri"/>
                <a:cs typeface="Calibri"/>
              </a:rPr>
              <a:t>via</a:t>
            </a:r>
            <a:r>
              <a:rPr spc="-30" dirty="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spc="100" dirty="0">
                <a:solidFill>
                  <a:srgbClr val="808080"/>
                </a:solidFill>
                <a:latin typeface="Calibri"/>
                <a:cs typeface="Calibri"/>
              </a:rPr>
              <a:t>smartphone</a:t>
            </a:r>
            <a:r>
              <a:rPr spc="-30" dirty="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spc="60" dirty="0">
                <a:solidFill>
                  <a:srgbClr val="808080"/>
                </a:solidFill>
                <a:latin typeface="Calibri"/>
                <a:cs typeface="Calibri"/>
              </a:rPr>
              <a:t>or</a:t>
            </a:r>
            <a:r>
              <a:rPr spc="-30" dirty="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spc="60" dirty="0">
                <a:solidFill>
                  <a:srgbClr val="808080"/>
                </a:solidFill>
                <a:latin typeface="Calibri"/>
                <a:cs typeface="Calibri"/>
              </a:rPr>
              <a:t>web </a:t>
            </a:r>
            <a:r>
              <a:rPr spc="45" dirty="0">
                <a:solidFill>
                  <a:srgbClr val="808080"/>
                </a:solidFill>
                <a:latin typeface="Calibri"/>
                <a:cs typeface="Calibri"/>
              </a:rPr>
              <a:t>interface.</a:t>
            </a:r>
            <a:endParaRPr dirty="0">
              <a:latin typeface="Calibri"/>
              <a:cs typeface="Calibri"/>
            </a:endParaRPr>
          </a:p>
        </p:txBody>
      </p:sp>
      <p:sp>
        <p:nvSpPr>
          <p:cNvPr id="432" name="object 432"/>
          <p:cNvSpPr txBox="1"/>
          <p:nvPr/>
        </p:nvSpPr>
        <p:spPr>
          <a:xfrm>
            <a:off x="520700" y="3225800"/>
            <a:ext cx="4159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00" dirty="0">
                <a:solidFill>
                  <a:srgbClr val="071719"/>
                </a:solidFill>
                <a:latin typeface="Palatino Linotype"/>
                <a:cs typeface="Palatino Linotype"/>
              </a:rPr>
              <a:t>02</a:t>
            </a:r>
            <a:endParaRPr sz="3600">
              <a:latin typeface="Palatino Linotype"/>
              <a:cs typeface="Palatino Linotype"/>
            </a:endParaRPr>
          </a:p>
        </p:txBody>
      </p:sp>
      <p:sp>
        <p:nvSpPr>
          <p:cNvPr id="433" name="object 433"/>
          <p:cNvSpPr txBox="1"/>
          <p:nvPr/>
        </p:nvSpPr>
        <p:spPr>
          <a:xfrm>
            <a:off x="1545226" y="3365500"/>
            <a:ext cx="1876629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310" dirty="0">
                <a:solidFill>
                  <a:srgbClr val="071719"/>
                </a:solidFill>
                <a:latin typeface="Palatino Linotype"/>
                <a:cs typeface="Palatino Linotype"/>
              </a:rPr>
              <a:t>P</a:t>
            </a:r>
            <a:r>
              <a:rPr lang="en-IN" sz="2400" spc="-310" dirty="0">
                <a:solidFill>
                  <a:srgbClr val="071719"/>
                </a:solidFill>
                <a:latin typeface="Palatino Linotype"/>
                <a:cs typeface="Palatino Linotype"/>
              </a:rPr>
              <a:t> </a:t>
            </a:r>
            <a:r>
              <a:rPr sz="2400" spc="-310" dirty="0">
                <a:solidFill>
                  <a:srgbClr val="071719"/>
                </a:solidFill>
                <a:latin typeface="Palatino Linotype"/>
                <a:cs typeface="Palatino Linotype"/>
              </a:rPr>
              <a:t>r</a:t>
            </a:r>
            <a:r>
              <a:rPr lang="en-IN" sz="2400" spc="-310" dirty="0">
                <a:solidFill>
                  <a:srgbClr val="071719"/>
                </a:solidFill>
                <a:latin typeface="Palatino Linotype"/>
                <a:cs typeface="Palatino Linotype"/>
              </a:rPr>
              <a:t> </a:t>
            </a:r>
            <a:r>
              <a:rPr sz="2400" spc="-310" dirty="0">
                <a:solidFill>
                  <a:srgbClr val="071719"/>
                </a:solidFill>
                <a:latin typeface="Palatino Linotype"/>
                <a:cs typeface="Palatino Linotype"/>
              </a:rPr>
              <a:t>e</a:t>
            </a:r>
            <a:r>
              <a:rPr lang="en-IN" sz="2400" spc="-310" dirty="0">
                <a:solidFill>
                  <a:srgbClr val="071719"/>
                </a:solidFill>
                <a:latin typeface="Palatino Linotype"/>
                <a:cs typeface="Palatino Linotype"/>
              </a:rPr>
              <a:t> </a:t>
            </a:r>
            <a:r>
              <a:rPr sz="2400" spc="-310" dirty="0">
                <a:solidFill>
                  <a:srgbClr val="071719"/>
                </a:solidFill>
                <a:latin typeface="Palatino Linotype"/>
                <a:cs typeface="Palatino Linotype"/>
              </a:rPr>
              <a:t>p</a:t>
            </a:r>
            <a:r>
              <a:rPr lang="en-IN" sz="2400" spc="-310" dirty="0">
                <a:solidFill>
                  <a:srgbClr val="071719"/>
                </a:solidFill>
                <a:latin typeface="Palatino Linotype"/>
                <a:cs typeface="Palatino Linotype"/>
              </a:rPr>
              <a:t> </a:t>
            </a:r>
            <a:r>
              <a:rPr sz="2400" spc="-310" dirty="0">
                <a:solidFill>
                  <a:srgbClr val="071719"/>
                </a:solidFill>
                <a:latin typeface="Palatino Linotype"/>
                <a:cs typeface="Palatino Linotype"/>
              </a:rPr>
              <a:t>r</a:t>
            </a:r>
            <a:r>
              <a:rPr lang="en-IN" sz="2400" spc="-310" dirty="0">
                <a:solidFill>
                  <a:srgbClr val="071719"/>
                </a:solidFill>
                <a:latin typeface="Palatino Linotype"/>
                <a:cs typeface="Palatino Linotype"/>
              </a:rPr>
              <a:t> </a:t>
            </a:r>
            <a:r>
              <a:rPr sz="2400" spc="-310" dirty="0">
                <a:solidFill>
                  <a:srgbClr val="071719"/>
                </a:solidFill>
                <a:latin typeface="Palatino Linotype"/>
                <a:cs typeface="Palatino Linotype"/>
              </a:rPr>
              <a:t>o</a:t>
            </a:r>
            <a:r>
              <a:rPr lang="en-IN" sz="2400" spc="-310" dirty="0">
                <a:solidFill>
                  <a:srgbClr val="071719"/>
                </a:solidFill>
                <a:latin typeface="Palatino Linotype"/>
                <a:cs typeface="Palatino Linotype"/>
              </a:rPr>
              <a:t> </a:t>
            </a:r>
            <a:r>
              <a:rPr sz="2400" spc="-310" dirty="0">
                <a:solidFill>
                  <a:srgbClr val="071719"/>
                </a:solidFill>
                <a:latin typeface="Palatino Linotype"/>
                <a:cs typeface="Palatino Linotype"/>
              </a:rPr>
              <a:t>c</a:t>
            </a:r>
            <a:r>
              <a:rPr lang="en-IN" sz="2400" spc="-310" dirty="0">
                <a:solidFill>
                  <a:srgbClr val="071719"/>
                </a:solidFill>
                <a:latin typeface="Palatino Linotype"/>
                <a:cs typeface="Palatino Linotype"/>
              </a:rPr>
              <a:t> </a:t>
            </a:r>
            <a:r>
              <a:rPr sz="2400" spc="-310" dirty="0">
                <a:solidFill>
                  <a:srgbClr val="071719"/>
                </a:solidFill>
                <a:latin typeface="Palatino Linotype"/>
                <a:cs typeface="Palatino Linotype"/>
              </a:rPr>
              <a:t>e</a:t>
            </a:r>
            <a:r>
              <a:rPr lang="en-IN" sz="2400" spc="-310" dirty="0">
                <a:solidFill>
                  <a:srgbClr val="071719"/>
                </a:solidFill>
                <a:latin typeface="Palatino Linotype"/>
                <a:cs typeface="Palatino Linotype"/>
              </a:rPr>
              <a:t> </a:t>
            </a:r>
            <a:r>
              <a:rPr sz="2400" spc="-310" dirty="0">
                <a:solidFill>
                  <a:srgbClr val="071719"/>
                </a:solidFill>
                <a:latin typeface="Palatino Linotype"/>
                <a:cs typeface="Palatino Linotype"/>
              </a:rPr>
              <a:t>s</a:t>
            </a:r>
            <a:r>
              <a:rPr lang="en-IN" sz="2400" spc="-310" dirty="0">
                <a:solidFill>
                  <a:srgbClr val="071719"/>
                </a:solidFill>
                <a:latin typeface="Palatino Linotype"/>
                <a:cs typeface="Palatino Linotype"/>
              </a:rPr>
              <a:t> </a:t>
            </a:r>
            <a:r>
              <a:rPr sz="2400" spc="-310" dirty="0">
                <a:solidFill>
                  <a:srgbClr val="071719"/>
                </a:solidFill>
                <a:latin typeface="Palatino Linotype"/>
                <a:cs typeface="Palatino Linotype"/>
              </a:rPr>
              <a:t>s</a:t>
            </a:r>
            <a:r>
              <a:rPr lang="en-IN" sz="2400" spc="-310" dirty="0">
                <a:solidFill>
                  <a:srgbClr val="071719"/>
                </a:solidFill>
                <a:latin typeface="Palatino Linotype"/>
                <a:cs typeface="Palatino Linotype"/>
              </a:rPr>
              <a:t> I </a:t>
            </a:r>
            <a:r>
              <a:rPr sz="2400" spc="-310" dirty="0">
                <a:solidFill>
                  <a:srgbClr val="071719"/>
                </a:solidFill>
                <a:latin typeface="Palatino Linotype"/>
                <a:cs typeface="Palatino Linotype"/>
              </a:rPr>
              <a:t>n</a:t>
            </a:r>
            <a:r>
              <a:rPr lang="en-IN" sz="2400" spc="-310" dirty="0">
                <a:solidFill>
                  <a:srgbClr val="071719"/>
                </a:solidFill>
                <a:latin typeface="Palatino Linotype"/>
                <a:cs typeface="Palatino Linotype"/>
              </a:rPr>
              <a:t> </a:t>
            </a:r>
            <a:r>
              <a:rPr sz="2400" spc="-310" dirty="0">
                <a:solidFill>
                  <a:srgbClr val="071719"/>
                </a:solidFill>
                <a:latin typeface="Palatino Linotype"/>
                <a:cs typeface="Palatino Linotype"/>
              </a:rPr>
              <a:t>g</a:t>
            </a:r>
            <a:endParaRPr sz="2400" dirty="0">
              <a:latin typeface="Palatino Linotype"/>
              <a:cs typeface="Palatino Linotype"/>
            </a:endParaRPr>
          </a:p>
        </p:txBody>
      </p:sp>
      <p:sp>
        <p:nvSpPr>
          <p:cNvPr id="434" name="object 434"/>
          <p:cNvSpPr txBox="1"/>
          <p:nvPr/>
        </p:nvSpPr>
        <p:spPr>
          <a:xfrm>
            <a:off x="9674224" y="3254375"/>
            <a:ext cx="3930650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pc="110" dirty="0">
                <a:solidFill>
                  <a:srgbClr val="808080"/>
                </a:solidFill>
                <a:latin typeface="Calibri"/>
                <a:cs typeface="Calibri"/>
              </a:rPr>
              <a:t>Image</a:t>
            </a:r>
            <a:r>
              <a:rPr spc="-25" dirty="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spc="60" dirty="0">
                <a:solidFill>
                  <a:srgbClr val="808080"/>
                </a:solidFill>
                <a:latin typeface="Calibri"/>
                <a:cs typeface="Calibri"/>
              </a:rPr>
              <a:t>is</a:t>
            </a:r>
            <a:r>
              <a:rPr spc="-25" dirty="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spc="65" dirty="0">
                <a:solidFill>
                  <a:srgbClr val="808080"/>
                </a:solidFill>
                <a:latin typeface="Calibri"/>
                <a:cs typeface="Calibri"/>
              </a:rPr>
              <a:t>resized,</a:t>
            </a:r>
            <a:r>
              <a:rPr spc="-25" dirty="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spc="70" dirty="0">
                <a:solidFill>
                  <a:srgbClr val="808080"/>
                </a:solidFill>
                <a:latin typeface="Calibri"/>
                <a:cs typeface="Calibri"/>
              </a:rPr>
              <a:t>normalized,</a:t>
            </a:r>
            <a:r>
              <a:rPr spc="-20" dirty="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spc="100" dirty="0">
                <a:solidFill>
                  <a:srgbClr val="808080"/>
                </a:solidFill>
                <a:latin typeface="Calibri"/>
                <a:cs typeface="Calibri"/>
              </a:rPr>
              <a:t>and</a:t>
            </a:r>
            <a:r>
              <a:rPr spc="-25" dirty="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spc="105" dirty="0">
                <a:solidFill>
                  <a:srgbClr val="808080"/>
                </a:solidFill>
                <a:latin typeface="Calibri"/>
                <a:cs typeface="Calibri"/>
              </a:rPr>
              <a:t>segmented </a:t>
            </a:r>
            <a:r>
              <a:rPr spc="65" dirty="0">
                <a:solidFill>
                  <a:srgbClr val="808080"/>
                </a:solidFill>
                <a:latin typeface="Calibri"/>
                <a:cs typeface="Calibri"/>
              </a:rPr>
              <a:t>to</a:t>
            </a:r>
            <a:r>
              <a:rPr spc="-35" dirty="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spc="60" dirty="0">
                <a:solidFill>
                  <a:srgbClr val="808080"/>
                </a:solidFill>
                <a:latin typeface="Calibri"/>
                <a:cs typeface="Calibri"/>
              </a:rPr>
              <a:t>isolate</a:t>
            </a:r>
            <a:r>
              <a:rPr spc="-30" dirty="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spc="85" dirty="0">
                <a:solidFill>
                  <a:srgbClr val="808080"/>
                </a:solidFill>
                <a:latin typeface="Calibri"/>
                <a:cs typeface="Calibri"/>
              </a:rPr>
              <a:t>the</a:t>
            </a:r>
            <a:r>
              <a:rPr spc="-30" dirty="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spc="55" dirty="0">
                <a:solidFill>
                  <a:srgbClr val="808080"/>
                </a:solidFill>
                <a:latin typeface="Calibri"/>
                <a:cs typeface="Calibri"/>
              </a:rPr>
              <a:t>leaf</a:t>
            </a:r>
            <a:r>
              <a:rPr spc="-30" dirty="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spc="50" dirty="0">
                <a:solidFill>
                  <a:srgbClr val="808080"/>
                </a:solidFill>
                <a:latin typeface="Calibri"/>
                <a:cs typeface="Calibri"/>
              </a:rPr>
              <a:t>for</a:t>
            </a:r>
            <a:r>
              <a:rPr spc="-30" dirty="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spc="80" dirty="0">
                <a:solidFill>
                  <a:srgbClr val="808080"/>
                </a:solidFill>
                <a:latin typeface="Calibri"/>
                <a:cs typeface="Calibri"/>
              </a:rPr>
              <a:t>cleaner</a:t>
            </a:r>
            <a:r>
              <a:rPr spc="-35" dirty="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spc="50" dirty="0">
                <a:solidFill>
                  <a:srgbClr val="808080"/>
                </a:solidFill>
                <a:latin typeface="Calibri"/>
                <a:cs typeface="Calibri"/>
              </a:rPr>
              <a:t>feature </a:t>
            </a:r>
            <a:r>
              <a:rPr spc="55" dirty="0">
                <a:solidFill>
                  <a:srgbClr val="808080"/>
                </a:solidFill>
                <a:latin typeface="Calibri"/>
                <a:cs typeface="Calibri"/>
              </a:rPr>
              <a:t>extraction.</a:t>
            </a:r>
            <a:endParaRPr dirty="0">
              <a:latin typeface="Calibri"/>
              <a:cs typeface="Calibri"/>
            </a:endParaRPr>
          </a:p>
        </p:txBody>
      </p:sp>
      <p:sp>
        <p:nvSpPr>
          <p:cNvPr id="435" name="object 435"/>
          <p:cNvSpPr txBox="1"/>
          <p:nvPr/>
        </p:nvSpPr>
        <p:spPr>
          <a:xfrm>
            <a:off x="520700" y="4330700"/>
            <a:ext cx="4032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45" dirty="0">
                <a:solidFill>
                  <a:srgbClr val="071719"/>
                </a:solidFill>
                <a:latin typeface="Palatino Linotype"/>
                <a:cs typeface="Palatino Linotype"/>
              </a:rPr>
              <a:t>03</a:t>
            </a:r>
            <a:endParaRPr sz="3600">
              <a:latin typeface="Palatino Linotype"/>
              <a:cs typeface="Palatino Linotype"/>
            </a:endParaRPr>
          </a:p>
        </p:txBody>
      </p:sp>
      <p:sp>
        <p:nvSpPr>
          <p:cNvPr id="436" name="object 436"/>
          <p:cNvSpPr txBox="1"/>
          <p:nvPr/>
        </p:nvSpPr>
        <p:spPr>
          <a:xfrm>
            <a:off x="1482724" y="4349750"/>
            <a:ext cx="2649697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315" dirty="0">
                <a:solidFill>
                  <a:srgbClr val="071719"/>
                </a:solidFill>
                <a:latin typeface="Palatino Linotype"/>
                <a:cs typeface="Palatino Linotype"/>
              </a:rPr>
              <a:t>F</a:t>
            </a:r>
            <a:r>
              <a:rPr lang="en-IN" sz="2400" spc="-315" dirty="0">
                <a:solidFill>
                  <a:srgbClr val="071719"/>
                </a:solidFill>
                <a:latin typeface="Palatino Linotype"/>
                <a:cs typeface="Palatino Linotype"/>
              </a:rPr>
              <a:t> </a:t>
            </a:r>
            <a:r>
              <a:rPr sz="2400" spc="-315" dirty="0">
                <a:solidFill>
                  <a:srgbClr val="071719"/>
                </a:solidFill>
                <a:latin typeface="Palatino Linotype"/>
                <a:cs typeface="Palatino Linotype"/>
              </a:rPr>
              <a:t>e</a:t>
            </a:r>
            <a:r>
              <a:rPr lang="en-IN" sz="2400" spc="-315" dirty="0">
                <a:solidFill>
                  <a:srgbClr val="071719"/>
                </a:solidFill>
                <a:latin typeface="Palatino Linotype"/>
                <a:cs typeface="Palatino Linotype"/>
              </a:rPr>
              <a:t> </a:t>
            </a:r>
            <a:r>
              <a:rPr sz="2400" spc="-315" dirty="0">
                <a:solidFill>
                  <a:srgbClr val="071719"/>
                </a:solidFill>
                <a:latin typeface="Palatino Linotype"/>
                <a:cs typeface="Palatino Linotype"/>
              </a:rPr>
              <a:t>a</a:t>
            </a:r>
            <a:r>
              <a:rPr lang="en-IN" sz="2400" spc="-315" dirty="0">
                <a:solidFill>
                  <a:srgbClr val="071719"/>
                </a:solidFill>
                <a:latin typeface="Palatino Linotype"/>
                <a:cs typeface="Palatino Linotype"/>
              </a:rPr>
              <a:t> </a:t>
            </a:r>
            <a:r>
              <a:rPr sz="2400" spc="-315" dirty="0">
                <a:solidFill>
                  <a:srgbClr val="071719"/>
                </a:solidFill>
                <a:latin typeface="Palatino Linotype"/>
                <a:cs typeface="Palatino Linotype"/>
              </a:rPr>
              <a:t>t</a:t>
            </a:r>
            <a:r>
              <a:rPr lang="en-IN" sz="2400" spc="-315" dirty="0">
                <a:solidFill>
                  <a:srgbClr val="071719"/>
                </a:solidFill>
                <a:latin typeface="Palatino Linotype"/>
                <a:cs typeface="Palatino Linotype"/>
              </a:rPr>
              <a:t> </a:t>
            </a:r>
            <a:r>
              <a:rPr sz="2400" spc="-315" dirty="0" err="1">
                <a:solidFill>
                  <a:srgbClr val="071719"/>
                </a:solidFill>
                <a:latin typeface="Palatino Linotype"/>
                <a:cs typeface="Palatino Linotype"/>
              </a:rPr>
              <a:t>ur</a:t>
            </a:r>
            <a:r>
              <a:rPr lang="en-IN" sz="2400" spc="-315" dirty="0">
                <a:solidFill>
                  <a:srgbClr val="071719"/>
                </a:solidFill>
                <a:latin typeface="Palatino Linotype"/>
                <a:cs typeface="Palatino Linotype"/>
              </a:rPr>
              <a:t> </a:t>
            </a:r>
            <a:r>
              <a:rPr sz="2400" spc="-315" dirty="0">
                <a:solidFill>
                  <a:srgbClr val="071719"/>
                </a:solidFill>
                <a:latin typeface="Palatino Linotype"/>
                <a:cs typeface="Palatino Linotype"/>
              </a:rPr>
              <a:t>e</a:t>
            </a:r>
            <a:r>
              <a:rPr sz="2400" spc="-229" dirty="0">
                <a:solidFill>
                  <a:srgbClr val="071719"/>
                </a:solidFill>
                <a:latin typeface="Palatino Linotype"/>
                <a:cs typeface="Palatino Linotype"/>
              </a:rPr>
              <a:t> </a:t>
            </a:r>
            <a:r>
              <a:rPr lang="en-IN" sz="2400" spc="-229" dirty="0">
                <a:solidFill>
                  <a:srgbClr val="071719"/>
                </a:solidFill>
                <a:latin typeface="Palatino Linotype"/>
                <a:cs typeface="Palatino Linotype"/>
              </a:rPr>
              <a:t> </a:t>
            </a:r>
            <a:r>
              <a:rPr sz="2400" spc="-280" dirty="0">
                <a:solidFill>
                  <a:srgbClr val="071719"/>
                </a:solidFill>
                <a:latin typeface="Palatino Linotype"/>
                <a:cs typeface="Palatino Linotype"/>
              </a:rPr>
              <a:t>e</a:t>
            </a:r>
            <a:r>
              <a:rPr lang="en-IN" sz="2400" spc="-280" dirty="0">
                <a:solidFill>
                  <a:srgbClr val="071719"/>
                </a:solidFill>
                <a:latin typeface="Palatino Linotype"/>
                <a:cs typeface="Palatino Linotype"/>
              </a:rPr>
              <a:t> </a:t>
            </a:r>
            <a:r>
              <a:rPr sz="2400" spc="-280" dirty="0">
                <a:solidFill>
                  <a:srgbClr val="071719"/>
                </a:solidFill>
                <a:latin typeface="Palatino Linotype"/>
                <a:cs typeface="Palatino Linotype"/>
              </a:rPr>
              <a:t>x</a:t>
            </a:r>
            <a:r>
              <a:rPr lang="en-IN" sz="2400" spc="-280" dirty="0">
                <a:solidFill>
                  <a:srgbClr val="071719"/>
                </a:solidFill>
                <a:latin typeface="Palatino Linotype"/>
                <a:cs typeface="Palatino Linotype"/>
              </a:rPr>
              <a:t> </a:t>
            </a:r>
            <a:r>
              <a:rPr sz="2400" spc="-280" dirty="0">
                <a:solidFill>
                  <a:srgbClr val="071719"/>
                </a:solidFill>
                <a:latin typeface="Palatino Linotype"/>
                <a:cs typeface="Palatino Linotype"/>
              </a:rPr>
              <a:t>t</a:t>
            </a:r>
            <a:r>
              <a:rPr lang="en-IN" sz="2400" spc="-280" dirty="0">
                <a:solidFill>
                  <a:srgbClr val="071719"/>
                </a:solidFill>
                <a:latin typeface="Palatino Linotype"/>
                <a:cs typeface="Palatino Linotype"/>
              </a:rPr>
              <a:t> </a:t>
            </a:r>
            <a:r>
              <a:rPr sz="2400" spc="-280" dirty="0">
                <a:solidFill>
                  <a:srgbClr val="071719"/>
                </a:solidFill>
                <a:latin typeface="Palatino Linotype"/>
                <a:cs typeface="Palatino Linotype"/>
              </a:rPr>
              <a:t>r</a:t>
            </a:r>
            <a:r>
              <a:rPr lang="en-IN" sz="2400" spc="-280" dirty="0">
                <a:solidFill>
                  <a:srgbClr val="071719"/>
                </a:solidFill>
                <a:latin typeface="Palatino Linotype"/>
                <a:cs typeface="Palatino Linotype"/>
              </a:rPr>
              <a:t> </a:t>
            </a:r>
            <a:r>
              <a:rPr sz="2400" spc="-280" dirty="0">
                <a:solidFill>
                  <a:srgbClr val="071719"/>
                </a:solidFill>
                <a:latin typeface="Palatino Linotype"/>
                <a:cs typeface="Palatino Linotype"/>
              </a:rPr>
              <a:t>a</a:t>
            </a:r>
            <a:r>
              <a:rPr lang="en-IN" sz="2400" spc="-280" dirty="0">
                <a:solidFill>
                  <a:srgbClr val="071719"/>
                </a:solidFill>
                <a:latin typeface="Palatino Linotype"/>
                <a:cs typeface="Palatino Linotype"/>
              </a:rPr>
              <a:t> </a:t>
            </a:r>
            <a:r>
              <a:rPr sz="2400" spc="-280" dirty="0">
                <a:solidFill>
                  <a:srgbClr val="071719"/>
                </a:solidFill>
                <a:latin typeface="Palatino Linotype"/>
                <a:cs typeface="Palatino Linotype"/>
              </a:rPr>
              <a:t>c</a:t>
            </a:r>
            <a:r>
              <a:rPr lang="en-IN" sz="2400" spc="-280" dirty="0">
                <a:solidFill>
                  <a:srgbClr val="071719"/>
                </a:solidFill>
                <a:latin typeface="Palatino Linotype"/>
                <a:cs typeface="Palatino Linotype"/>
              </a:rPr>
              <a:t> </a:t>
            </a:r>
            <a:r>
              <a:rPr sz="2400" spc="-280" dirty="0">
                <a:solidFill>
                  <a:srgbClr val="071719"/>
                </a:solidFill>
                <a:latin typeface="Palatino Linotype"/>
                <a:cs typeface="Palatino Linotype"/>
              </a:rPr>
              <a:t>t</a:t>
            </a:r>
            <a:r>
              <a:rPr lang="en-IN" sz="2400" spc="-280" dirty="0">
                <a:solidFill>
                  <a:srgbClr val="071719"/>
                </a:solidFill>
                <a:latin typeface="Palatino Linotype"/>
                <a:cs typeface="Palatino Linotype"/>
              </a:rPr>
              <a:t> I </a:t>
            </a:r>
            <a:r>
              <a:rPr sz="2400" spc="-280" dirty="0">
                <a:solidFill>
                  <a:srgbClr val="071719"/>
                </a:solidFill>
                <a:latin typeface="Palatino Linotype"/>
                <a:cs typeface="Palatino Linotype"/>
              </a:rPr>
              <a:t>o</a:t>
            </a:r>
            <a:r>
              <a:rPr lang="en-IN" sz="2400" spc="-280" dirty="0">
                <a:solidFill>
                  <a:srgbClr val="071719"/>
                </a:solidFill>
                <a:latin typeface="Palatino Linotype"/>
                <a:cs typeface="Palatino Linotype"/>
              </a:rPr>
              <a:t> </a:t>
            </a:r>
            <a:r>
              <a:rPr sz="2400" spc="-280" dirty="0">
                <a:solidFill>
                  <a:srgbClr val="071719"/>
                </a:solidFill>
                <a:latin typeface="Palatino Linotype"/>
                <a:cs typeface="Palatino Linotype"/>
              </a:rPr>
              <a:t>n</a:t>
            </a:r>
            <a:endParaRPr sz="2400" dirty="0">
              <a:latin typeface="Palatino Linotype"/>
              <a:cs typeface="Palatino Linotype"/>
            </a:endParaRPr>
          </a:p>
        </p:txBody>
      </p:sp>
      <p:sp>
        <p:nvSpPr>
          <p:cNvPr id="437" name="object 437"/>
          <p:cNvSpPr txBox="1"/>
          <p:nvPr/>
        </p:nvSpPr>
        <p:spPr>
          <a:xfrm>
            <a:off x="9674224" y="4359275"/>
            <a:ext cx="3632200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pc="60" dirty="0">
                <a:solidFill>
                  <a:srgbClr val="808080"/>
                </a:solidFill>
                <a:latin typeface="Calibri"/>
                <a:cs typeface="Calibri"/>
              </a:rPr>
              <a:t>Color,</a:t>
            </a:r>
            <a:r>
              <a:rPr spc="-20" dirty="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spc="50" dirty="0">
                <a:solidFill>
                  <a:srgbClr val="808080"/>
                </a:solidFill>
                <a:latin typeface="Calibri"/>
                <a:cs typeface="Calibri"/>
              </a:rPr>
              <a:t>texture,</a:t>
            </a:r>
            <a:r>
              <a:rPr spc="-20" dirty="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spc="100" dirty="0">
                <a:solidFill>
                  <a:srgbClr val="808080"/>
                </a:solidFill>
                <a:latin typeface="Calibri"/>
                <a:cs typeface="Calibri"/>
              </a:rPr>
              <a:t>and</a:t>
            </a:r>
            <a:r>
              <a:rPr spc="-20" dirty="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spc="100" dirty="0">
                <a:solidFill>
                  <a:srgbClr val="808080"/>
                </a:solidFill>
                <a:latin typeface="Calibri"/>
                <a:cs typeface="Calibri"/>
              </a:rPr>
              <a:t>shape</a:t>
            </a:r>
            <a:r>
              <a:rPr spc="-20" dirty="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spc="65" dirty="0">
                <a:solidFill>
                  <a:srgbClr val="808080"/>
                </a:solidFill>
                <a:latin typeface="Calibri"/>
                <a:cs typeface="Calibri"/>
              </a:rPr>
              <a:t>features</a:t>
            </a:r>
            <a:r>
              <a:rPr spc="-20" dirty="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spc="35" dirty="0">
                <a:solidFill>
                  <a:srgbClr val="808080"/>
                </a:solidFill>
                <a:latin typeface="Calibri"/>
                <a:cs typeface="Calibri"/>
              </a:rPr>
              <a:t>are </a:t>
            </a:r>
            <a:r>
              <a:rPr spc="85" dirty="0">
                <a:solidFill>
                  <a:srgbClr val="808080"/>
                </a:solidFill>
                <a:latin typeface="Calibri"/>
                <a:cs typeface="Calibri"/>
              </a:rPr>
              <a:t>extracted</a:t>
            </a:r>
            <a:r>
              <a:rPr spc="-35" dirty="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spc="90" dirty="0">
                <a:solidFill>
                  <a:srgbClr val="808080"/>
                </a:solidFill>
                <a:latin typeface="Calibri"/>
                <a:cs typeface="Calibri"/>
              </a:rPr>
              <a:t>from</a:t>
            </a:r>
            <a:r>
              <a:rPr spc="-30" dirty="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spc="85" dirty="0">
                <a:solidFill>
                  <a:srgbClr val="808080"/>
                </a:solidFill>
                <a:latin typeface="Calibri"/>
                <a:cs typeface="Calibri"/>
              </a:rPr>
              <a:t>the</a:t>
            </a:r>
            <a:r>
              <a:rPr spc="-35" dirty="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spc="55" dirty="0">
                <a:solidFill>
                  <a:srgbClr val="808080"/>
                </a:solidFill>
                <a:latin typeface="Calibri"/>
                <a:cs typeface="Calibri"/>
              </a:rPr>
              <a:t>leaf</a:t>
            </a:r>
            <a:r>
              <a:rPr spc="-30" dirty="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spc="90" dirty="0">
                <a:solidFill>
                  <a:srgbClr val="808080"/>
                </a:solidFill>
                <a:latin typeface="Calibri"/>
                <a:cs typeface="Calibri"/>
              </a:rPr>
              <a:t>surface</a:t>
            </a:r>
            <a:r>
              <a:rPr spc="-35" dirty="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spc="65" dirty="0">
                <a:solidFill>
                  <a:srgbClr val="808080"/>
                </a:solidFill>
                <a:latin typeface="Calibri"/>
                <a:cs typeface="Calibri"/>
              </a:rPr>
              <a:t>to</a:t>
            </a:r>
            <a:r>
              <a:rPr spc="-30" dirty="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spc="55" dirty="0">
                <a:solidFill>
                  <a:srgbClr val="808080"/>
                </a:solidFill>
                <a:latin typeface="Calibri"/>
                <a:cs typeface="Calibri"/>
              </a:rPr>
              <a:t>identify </a:t>
            </a:r>
            <a:r>
              <a:rPr spc="95" dirty="0">
                <a:solidFill>
                  <a:srgbClr val="808080"/>
                </a:solidFill>
                <a:latin typeface="Calibri"/>
                <a:cs typeface="Calibri"/>
              </a:rPr>
              <a:t>disease</a:t>
            </a:r>
            <a:r>
              <a:rPr spc="-40" dirty="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spc="55" dirty="0">
                <a:solidFill>
                  <a:srgbClr val="808080"/>
                </a:solidFill>
                <a:latin typeface="Calibri"/>
                <a:cs typeface="Calibri"/>
              </a:rPr>
              <a:t>patterns</a:t>
            </a:r>
            <a:r>
              <a:rPr sz="1500" spc="55" dirty="0">
                <a:solidFill>
                  <a:srgbClr val="808080"/>
                </a:solidFill>
                <a:latin typeface="Calibri"/>
                <a:cs typeface="Calibri"/>
              </a:rPr>
              <a:t>.</a:t>
            </a:r>
            <a:endParaRPr sz="1500" dirty="0">
              <a:latin typeface="Calibri"/>
              <a:cs typeface="Calibri"/>
            </a:endParaRPr>
          </a:p>
        </p:txBody>
      </p:sp>
      <p:sp>
        <p:nvSpPr>
          <p:cNvPr id="438" name="object 438"/>
          <p:cNvSpPr txBox="1"/>
          <p:nvPr/>
        </p:nvSpPr>
        <p:spPr>
          <a:xfrm>
            <a:off x="520700" y="5435600"/>
            <a:ext cx="41338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05" dirty="0">
                <a:solidFill>
                  <a:srgbClr val="071719"/>
                </a:solidFill>
                <a:latin typeface="Palatino Linotype"/>
                <a:cs typeface="Palatino Linotype"/>
              </a:rPr>
              <a:t>04</a:t>
            </a:r>
            <a:endParaRPr sz="3600">
              <a:latin typeface="Palatino Linotype"/>
              <a:cs typeface="Palatino Linotype"/>
            </a:endParaRPr>
          </a:p>
        </p:txBody>
      </p:sp>
      <p:sp>
        <p:nvSpPr>
          <p:cNvPr id="439" name="object 439"/>
          <p:cNvSpPr txBox="1"/>
          <p:nvPr/>
        </p:nvSpPr>
        <p:spPr>
          <a:xfrm>
            <a:off x="1482723" y="5454650"/>
            <a:ext cx="3076417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330" dirty="0">
                <a:solidFill>
                  <a:srgbClr val="071719"/>
                </a:solidFill>
                <a:latin typeface="Palatino Linotype"/>
                <a:cs typeface="Palatino Linotype"/>
              </a:rPr>
              <a:t>D</a:t>
            </a:r>
            <a:r>
              <a:rPr lang="en-IN" sz="2400" spc="-330" dirty="0">
                <a:solidFill>
                  <a:srgbClr val="071719"/>
                </a:solidFill>
                <a:latin typeface="Palatino Linotype"/>
                <a:cs typeface="Palatino Linotype"/>
              </a:rPr>
              <a:t> I </a:t>
            </a:r>
            <a:r>
              <a:rPr sz="2400" spc="-330" dirty="0">
                <a:solidFill>
                  <a:srgbClr val="071719"/>
                </a:solidFill>
                <a:latin typeface="Palatino Linotype"/>
                <a:cs typeface="Palatino Linotype"/>
              </a:rPr>
              <a:t>s</a:t>
            </a:r>
            <a:r>
              <a:rPr lang="en-IN" sz="2400" spc="-330" dirty="0">
                <a:solidFill>
                  <a:srgbClr val="071719"/>
                </a:solidFill>
                <a:latin typeface="Palatino Linotype"/>
                <a:cs typeface="Palatino Linotype"/>
              </a:rPr>
              <a:t> </a:t>
            </a:r>
            <a:r>
              <a:rPr sz="2400" spc="-330" dirty="0">
                <a:solidFill>
                  <a:srgbClr val="071719"/>
                </a:solidFill>
                <a:latin typeface="Palatino Linotype"/>
                <a:cs typeface="Palatino Linotype"/>
              </a:rPr>
              <a:t>e</a:t>
            </a:r>
            <a:r>
              <a:rPr lang="en-IN" sz="2400" spc="-330" dirty="0">
                <a:solidFill>
                  <a:srgbClr val="071719"/>
                </a:solidFill>
                <a:latin typeface="Palatino Linotype"/>
                <a:cs typeface="Palatino Linotype"/>
              </a:rPr>
              <a:t> </a:t>
            </a:r>
            <a:r>
              <a:rPr sz="2400" spc="-330" dirty="0">
                <a:solidFill>
                  <a:srgbClr val="071719"/>
                </a:solidFill>
                <a:latin typeface="Palatino Linotype"/>
                <a:cs typeface="Palatino Linotype"/>
              </a:rPr>
              <a:t>a</a:t>
            </a:r>
            <a:r>
              <a:rPr lang="en-IN" sz="2400" spc="-330" dirty="0">
                <a:solidFill>
                  <a:srgbClr val="071719"/>
                </a:solidFill>
                <a:latin typeface="Palatino Linotype"/>
                <a:cs typeface="Palatino Linotype"/>
              </a:rPr>
              <a:t> </a:t>
            </a:r>
            <a:r>
              <a:rPr sz="2400" spc="-330" dirty="0">
                <a:solidFill>
                  <a:srgbClr val="071719"/>
                </a:solidFill>
                <a:latin typeface="Palatino Linotype"/>
                <a:cs typeface="Palatino Linotype"/>
              </a:rPr>
              <a:t>s</a:t>
            </a:r>
            <a:r>
              <a:rPr lang="en-IN" sz="2400" spc="-330" dirty="0">
                <a:solidFill>
                  <a:srgbClr val="071719"/>
                </a:solidFill>
                <a:latin typeface="Palatino Linotype"/>
                <a:cs typeface="Palatino Linotype"/>
              </a:rPr>
              <a:t> </a:t>
            </a:r>
            <a:r>
              <a:rPr sz="2400" spc="-330" dirty="0">
                <a:solidFill>
                  <a:srgbClr val="071719"/>
                </a:solidFill>
                <a:latin typeface="Palatino Linotype"/>
                <a:cs typeface="Palatino Linotype"/>
              </a:rPr>
              <a:t>e</a:t>
            </a:r>
            <a:r>
              <a:rPr sz="2400" spc="-204" dirty="0">
                <a:solidFill>
                  <a:srgbClr val="071719"/>
                </a:solidFill>
                <a:latin typeface="Palatino Linotype"/>
                <a:cs typeface="Palatino Linotype"/>
              </a:rPr>
              <a:t> </a:t>
            </a:r>
            <a:r>
              <a:rPr sz="2400" spc="-245" dirty="0">
                <a:solidFill>
                  <a:srgbClr val="071719"/>
                </a:solidFill>
                <a:latin typeface="Palatino Linotype"/>
                <a:cs typeface="Palatino Linotype"/>
              </a:rPr>
              <a:t>c</a:t>
            </a:r>
            <a:r>
              <a:rPr lang="en-IN" sz="2400" spc="-245" dirty="0">
                <a:solidFill>
                  <a:srgbClr val="071719"/>
                </a:solidFill>
                <a:latin typeface="Palatino Linotype"/>
                <a:cs typeface="Palatino Linotype"/>
              </a:rPr>
              <a:t> </a:t>
            </a:r>
            <a:r>
              <a:rPr sz="2400" spc="-245" dirty="0">
                <a:solidFill>
                  <a:srgbClr val="071719"/>
                </a:solidFill>
                <a:latin typeface="Palatino Linotype"/>
                <a:cs typeface="Palatino Linotype"/>
              </a:rPr>
              <a:t>l</a:t>
            </a:r>
            <a:r>
              <a:rPr lang="en-IN" sz="2400" spc="-245" dirty="0">
                <a:solidFill>
                  <a:srgbClr val="071719"/>
                </a:solidFill>
                <a:latin typeface="Palatino Linotype"/>
                <a:cs typeface="Palatino Linotype"/>
              </a:rPr>
              <a:t> </a:t>
            </a:r>
            <a:r>
              <a:rPr sz="2400" spc="-245" dirty="0">
                <a:solidFill>
                  <a:srgbClr val="071719"/>
                </a:solidFill>
                <a:latin typeface="Palatino Linotype"/>
                <a:cs typeface="Palatino Linotype"/>
              </a:rPr>
              <a:t>a</a:t>
            </a:r>
            <a:r>
              <a:rPr lang="en-IN" sz="2400" spc="-245" dirty="0">
                <a:solidFill>
                  <a:srgbClr val="071719"/>
                </a:solidFill>
                <a:latin typeface="Palatino Linotype"/>
                <a:cs typeface="Palatino Linotype"/>
              </a:rPr>
              <a:t> </a:t>
            </a:r>
            <a:r>
              <a:rPr sz="2400" spc="-245" dirty="0">
                <a:solidFill>
                  <a:srgbClr val="071719"/>
                </a:solidFill>
                <a:latin typeface="Palatino Linotype"/>
                <a:cs typeface="Palatino Linotype"/>
              </a:rPr>
              <a:t>s</a:t>
            </a:r>
            <a:r>
              <a:rPr lang="en-IN" sz="2400" spc="-245" dirty="0">
                <a:solidFill>
                  <a:srgbClr val="071719"/>
                </a:solidFill>
                <a:latin typeface="Palatino Linotype"/>
                <a:cs typeface="Palatino Linotype"/>
              </a:rPr>
              <a:t> </a:t>
            </a:r>
            <a:r>
              <a:rPr sz="2400" spc="-245" dirty="0">
                <a:solidFill>
                  <a:srgbClr val="071719"/>
                </a:solidFill>
                <a:latin typeface="Palatino Linotype"/>
                <a:cs typeface="Palatino Linotype"/>
              </a:rPr>
              <a:t>s</a:t>
            </a:r>
            <a:r>
              <a:rPr lang="en-IN" sz="2400" spc="-245" dirty="0">
                <a:solidFill>
                  <a:srgbClr val="071719"/>
                </a:solidFill>
                <a:latin typeface="Palatino Linotype"/>
                <a:cs typeface="Palatino Linotype"/>
              </a:rPr>
              <a:t> I </a:t>
            </a:r>
            <a:r>
              <a:rPr sz="2400" spc="-245" dirty="0">
                <a:solidFill>
                  <a:srgbClr val="071719"/>
                </a:solidFill>
                <a:latin typeface="Palatino Linotype"/>
                <a:cs typeface="Palatino Linotype"/>
              </a:rPr>
              <a:t>f</a:t>
            </a:r>
            <a:r>
              <a:rPr lang="en-IN" sz="2400" spc="-245" dirty="0">
                <a:solidFill>
                  <a:srgbClr val="071719"/>
                </a:solidFill>
                <a:latin typeface="Palatino Linotype"/>
                <a:cs typeface="Palatino Linotype"/>
              </a:rPr>
              <a:t> I </a:t>
            </a:r>
            <a:r>
              <a:rPr sz="2400" spc="-245" dirty="0">
                <a:solidFill>
                  <a:srgbClr val="071719"/>
                </a:solidFill>
                <a:latin typeface="Palatino Linotype"/>
                <a:cs typeface="Palatino Linotype"/>
              </a:rPr>
              <a:t>c</a:t>
            </a:r>
            <a:r>
              <a:rPr lang="en-IN" sz="2400" spc="-245" dirty="0">
                <a:solidFill>
                  <a:srgbClr val="071719"/>
                </a:solidFill>
                <a:latin typeface="Palatino Linotype"/>
                <a:cs typeface="Palatino Linotype"/>
              </a:rPr>
              <a:t> </a:t>
            </a:r>
            <a:r>
              <a:rPr sz="2400" spc="-245" dirty="0">
                <a:solidFill>
                  <a:srgbClr val="071719"/>
                </a:solidFill>
                <a:latin typeface="Palatino Linotype"/>
                <a:cs typeface="Palatino Linotype"/>
              </a:rPr>
              <a:t>a</a:t>
            </a:r>
            <a:r>
              <a:rPr lang="en-IN" sz="2400" spc="-245" dirty="0">
                <a:solidFill>
                  <a:srgbClr val="071719"/>
                </a:solidFill>
                <a:latin typeface="Palatino Linotype"/>
                <a:cs typeface="Palatino Linotype"/>
              </a:rPr>
              <a:t> </a:t>
            </a:r>
            <a:r>
              <a:rPr sz="2400" spc="-245" dirty="0">
                <a:solidFill>
                  <a:srgbClr val="071719"/>
                </a:solidFill>
                <a:latin typeface="Palatino Linotype"/>
                <a:cs typeface="Palatino Linotype"/>
              </a:rPr>
              <a:t>t</a:t>
            </a:r>
            <a:r>
              <a:rPr lang="en-IN" sz="2400" spc="-245" dirty="0">
                <a:solidFill>
                  <a:srgbClr val="071719"/>
                </a:solidFill>
                <a:latin typeface="Palatino Linotype"/>
                <a:cs typeface="Palatino Linotype"/>
              </a:rPr>
              <a:t> I </a:t>
            </a:r>
            <a:r>
              <a:rPr sz="2400" spc="-245" dirty="0">
                <a:solidFill>
                  <a:srgbClr val="071719"/>
                </a:solidFill>
                <a:latin typeface="Palatino Linotype"/>
                <a:cs typeface="Palatino Linotype"/>
              </a:rPr>
              <a:t>o</a:t>
            </a:r>
            <a:r>
              <a:rPr lang="en-IN" sz="2400" spc="-245" dirty="0">
                <a:solidFill>
                  <a:srgbClr val="071719"/>
                </a:solidFill>
                <a:latin typeface="Palatino Linotype"/>
                <a:cs typeface="Palatino Linotype"/>
              </a:rPr>
              <a:t> </a:t>
            </a:r>
            <a:r>
              <a:rPr sz="2400" spc="-245" dirty="0">
                <a:solidFill>
                  <a:srgbClr val="071719"/>
                </a:solidFill>
                <a:latin typeface="Palatino Linotype"/>
                <a:cs typeface="Palatino Linotype"/>
              </a:rPr>
              <a:t>n</a:t>
            </a:r>
            <a:endParaRPr sz="2400" dirty="0">
              <a:latin typeface="Palatino Linotype"/>
              <a:cs typeface="Palatino Linotype"/>
            </a:endParaRPr>
          </a:p>
        </p:txBody>
      </p:sp>
      <p:sp>
        <p:nvSpPr>
          <p:cNvPr id="440" name="object 440"/>
          <p:cNvSpPr txBox="1"/>
          <p:nvPr/>
        </p:nvSpPr>
        <p:spPr>
          <a:xfrm>
            <a:off x="9674224" y="5464175"/>
            <a:ext cx="3846829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pc="145" dirty="0">
                <a:solidFill>
                  <a:srgbClr val="808080"/>
                </a:solidFill>
                <a:latin typeface="Calibri"/>
                <a:cs typeface="Calibri"/>
              </a:rPr>
              <a:t>The</a:t>
            </a:r>
            <a:r>
              <a:rPr spc="-30" dirty="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spc="190" dirty="0">
                <a:solidFill>
                  <a:srgbClr val="808080"/>
                </a:solidFill>
                <a:latin typeface="Calibri"/>
                <a:cs typeface="Calibri"/>
              </a:rPr>
              <a:t>CNN</a:t>
            </a:r>
            <a:r>
              <a:rPr spc="-25" dirty="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spc="95" dirty="0">
                <a:solidFill>
                  <a:srgbClr val="808080"/>
                </a:solidFill>
                <a:latin typeface="Calibri"/>
                <a:cs typeface="Calibri"/>
              </a:rPr>
              <a:t>model</a:t>
            </a:r>
            <a:r>
              <a:rPr spc="-30" dirty="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spc="85" dirty="0">
                <a:solidFill>
                  <a:srgbClr val="808080"/>
                </a:solidFill>
                <a:latin typeface="Calibri"/>
                <a:cs typeface="Calibri"/>
              </a:rPr>
              <a:t>analyzes</a:t>
            </a:r>
            <a:r>
              <a:rPr spc="-25" dirty="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spc="85" dirty="0">
                <a:solidFill>
                  <a:srgbClr val="808080"/>
                </a:solidFill>
                <a:latin typeface="Calibri"/>
                <a:cs typeface="Calibri"/>
              </a:rPr>
              <a:t>extracted</a:t>
            </a:r>
            <a:r>
              <a:rPr spc="-30" dirty="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spc="55" dirty="0">
                <a:solidFill>
                  <a:srgbClr val="808080"/>
                </a:solidFill>
                <a:latin typeface="Calibri"/>
                <a:cs typeface="Calibri"/>
              </a:rPr>
              <a:t>features </a:t>
            </a:r>
            <a:r>
              <a:rPr spc="100" dirty="0">
                <a:solidFill>
                  <a:srgbClr val="808080"/>
                </a:solidFill>
                <a:latin typeface="Calibri"/>
                <a:cs typeface="Calibri"/>
              </a:rPr>
              <a:t>and</a:t>
            </a:r>
            <a:r>
              <a:rPr spc="-30" dirty="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spc="75" dirty="0">
                <a:solidFill>
                  <a:srgbClr val="808080"/>
                </a:solidFill>
                <a:latin typeface="Calibri"/>
                <a:cs typeface="Calibri"/>
              </a:rPr>
              <a:t>classifies</a:t>
            </a:r>
            <a:r>
              <a:rPr spc="-30" dirty="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spc="85" dirty="0">
                <a:solidFill>
                  <a:srgbClr val="808080"/>
                </a:solidFill>
                <a:latin typeface="Calibri"/>
                <a:cs typeface="Calibri"/>
              </a:rPr>
              <a:t>the</a:t>
            </a:r>
            <a:r>
              <a:rPr spc="-30" dirty="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spc="95" dirty="0">
                <a:solidFill>
                  <a:srgbClr val="808080"/>
                </a:solidFill>
                <a:latin typeface="Calibri"/>
                <a:cs typeface="Calibri"/>
              </a:rPr>
              <a:t>disease</a:t>
            </a:r>
            <a:r>
              <a:rPr spc="-30" dirty="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spc="90" dirty="0">
                <a:solidFill>
                  <a:srgbClr val="808080"/>
                </a:solidFill>
                <a:latin typeface="Calibri"/>
                <a:cs typeface="Calibri"/>
              </a:rPr>
              <a:t>from</a:t>
            </a:r>
            <a:r>
              <a:rPr spc="-30" dirty="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spc="85" dirty="0">
                <a:solidFill>
                  <a:srgbClr val="808080"/>
                </a:solidFill>
                <a:latin typeface="Calibri"/>
                <a:cs typeface="Calibri"/>
              </a:rPr>
              <a:t>a</a:t>
            </a:r>
            <a:r>
              <a:rPr spc="-30" dirty="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spc="55" dirty="0">
                <a:solidFill>
                  <a:srgbClr val="808080"/>
                </a:solidFill>
                <a:latin typeface="Calibri"/>
                <a:cs typeface="Calibri"/>
              </a:rPr>
              <a:t>trained </a:t>
            </a:r>
            <a:r>
              <a:rPr spc="60" dirty="0">
                <a:solidFill>
                  <a:srgbClr val="808080"/>
                </a:solidFill>
                <a:latin typeface="Calibri"/>
                <a:cs typeface="Calibri"/>
              </a:rPr>
              <a:t>dataset.</a:t>
            </a:r>
            <a:endParaRPr dirty="0">
              <a:latin typeface="Calibri"/>
              <a:cs typeface="Calibri"/>
            </a:endParaRPr>
          </a:p>
        </p:txBody>
      </p:sp>
      <p:sp>
        <p:nvSpPr>
          <p:cNvPr id="441" name="object 441"/>
          <p:cNvSpPr txBox="1"/>
          <p:nvPr/>
        </p:nvSpPr>
        <p:spPr>
          <a:xfrm>
            <a:off x="520700" y="6540500"/>
            <a:ext cx="4083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25" dirty="0">
                <a:solidFill>
                  <a:srgbClr val="071719"/>
                </a:solidFill>
                <a:latin typeface="Palatino Linotype"/>
                <a:cs typeface="Palatino Linotype"/>
              </a:rPr>
              <a:t>05</a:t>
            </a:r>
            <a:endParaRPr sz="3600">
              <a:latin typeface="Palatino Linotype"/>
              <a:cs typeface="Palatino Linotype"/>
            </a:endParaRPr>
          </a:p>
        </p:txBody>
      </p:sp>
      <p:sp>
        <p:nvSpPr>
          <p:cNvPr id="442" name="object 442"/>
          <p:cNvSpPr txBox="1"/>
          <p:nvPr/>
        </p:nvSpPr>
        <p:spPr>
          <a:xfrm>
            <a:off x="1482724" y="6559550"/>
            <a:ext cx="4971892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310" dirty="0">
                <a:solidFill>
                  <a:srgbClr val="071719"/>
                </a:solidFill>
                <a:latin typeface="Palatino Linotype"/>
                <a:cs typeface="Palatino Linotype"/>
              </a:rPr>
              <a:t>T</a:t>
            </a:r>
            <a:r>
              <a:rPr lang="en-IN" sz="2400" spc="-310" dirty="0">
                <a:solidFill>
                  <a:srgbClr val="071719"/>
                </a:solidFill>
                <a:latin typeface="Palatino Linotype"/>
                <a:cs typeface="Palatino Linotype"/>
              </a:rPr>
              <a:t> </a:t>
            </a:r>
            <a:r>
              <a:rPr sz="2400" spc="-310" dirty="0">
                <a:solidFill>
                  <a:srgbClr val="071719"/>
                </a:solidFill>
                <a:latin typeface="Palatino Linotype"/>
                <a:cs typeface="Palatino Linotype"/>
              </a:rPr>
              <a:t>r</a:t>
            </a:r>
            <a:r>
              <a:rPr lang="en-IN" sz="2400" spc="-310" dirty="0">
                <a:solidFill>
                  <a:srgbClr val="071719"/>
                </a:solidFill>
                <a:latin typeface="Palatino Linotype"/>
                <a:cs typeface="Palatino Linotype"/>
              </a:rPr>
              <a:t>  </a:t>
            </a:r>
            <a:r>
              <a:rPr sz="2400" spc="-310" dirty="0">
                <a:solidFill>
                  <a:srgbClr val="071719"/>
                </a:solidFill>
                <a:latin typeface="Palatino Linotype"/>
                <a:cs typeface="Palatino Linotype"/>
              </a:rPr>
              <a:t>e</a:t>
            </a:r>
            <a:r>
              <a:rPr lang="en-IN" sz="2400" spc="-310" dirty="0">
                <a:solidFill>
                  <a:srgbClr val="071719"/>
                </a:solidFill>
                <a:latin typeface="Palatino Linotype"/>
                <a:cs typeface="Palatino Linotype"/>
              </a:rPr>
              <a:t> </a:t>
            </a:r>
            <a:r>
              <a:rPr sz="2400" spc="-310" dirty="0">
                <a:solidFill>
                  <a:srgbClr val="071719"/>
                </a:solidFill>
                <a:latin typeface="Palatino Linotype"/>
                <a:cs typeface="Palatino Linotype"/>
              </a:rPr>
              <a:t>a</a:t>
            </a:r>
            <a:r>
              <a:rPr lang="en-IN" sz="2400" spc="-310" dirty="0">
                <a:solidFill>
                  <a:srgbClr val="071719"/>
                </a:solidFill>
                <a:latin typeface="Palatino Linotype"/>
                <a:cs typeface="Palatino Linotype"/>
              </a:rPr>
              <a:t> </a:t>
            </a:r>
            <a:r>
              <a:rPr sz="2400" spc="-310" dirty="0">
                <a:solidFill>
                  <a:srgbClr val="071719"/>
                </a:solidFill>
                <a:latin typeface="Palatino Linotype"/>
                <a:cs typeface="Palatino Linotype"/>
              </a:rPr>
              <a:t>t</a:t>
            </a:r>
            <a:r>
              <a:rPr lang="en-IN" sz="2400" spc="-310" dirty="0">
                <a:solidFill>
                  <a:srgbClr val="071719"/>
                </a:solidFill>
                <a:latin typeface="Palatino Linotype"/>
                <a:cs typeface="Palatino Linotype"/>
              </a:rPr>
              <a:t> </a:t>
            </a:r>
            <a:r>
              <a:rPr sz="2400" spc="-310" dirty="0">
                <a:solidFill>
                  <a:srgbClr val="071719"/>
                </a:solidFill>
                <a:latin typeface="Palatino Linotype"/>
                <a:cs typeface="Palatino Linotype"/>
              </a:rPr>
              <a:t>m</a:t>
            </a:r>
            <a:r>
              <a:rPr lang="en-IN" sz="2400" spc="-310" dirty="0">
                <a:solidFill>
                  <a:srgbClr val="071719"/>
                </a:solidFill>
                <a:latin typeface="Palatino Linotype"/>
                <a:cs typeface="Palatino Linotype"/>
              </a:rPr>
              <a:t> </a:t>
            </a:r>
            <a:r>
              <a:rPr sz="2400" spc="-310" dirty="0">
                <a:solidFill>
                  <a:srgbClr val="071719"/>
                </a:solidFill>
                <a:latin typeface="Palatino Linotype"/>
                <a:cs typeface="Palatino Linotype"/>
              </a:rPr>
              <a:t>e</a:t>
            </a:r>
            <a:r>
              <a:rPr lang="en-IN" sz="2400" spc="-310" dirty="0">
                <a:solidFill>
                  <a:srgbClr val="071719"/>
                </a:solidFill>
                <a:latin typeface="Palatino Linotype"/>
                <a:cs typeface="Palatino Linotype"/>
              </a:rPr>
              <a:t> </a:t>
            </a:r>
            <a:r>
              <a:rPr sz="2400" spc="-310" dirty="0">
                <a:solidFill>
                  <a:srgbClr val="071719"/>
                </a:solidFill>
                <a:latin typeface="Palatino Linotype"/>
                <a:cs typeface="Palatino Linotype"/>
              </a:rPr>
              <a:t>n</a:t>
            </a:r>
            <a:r>
              <a:rPr lang="en-IN" sz="2400" spc="-310" dirty="0">
                <a:solidFill>
                  <a:srgbClr val="071719"/>
                </a:solidFill>
                <a:latin typeface="Palatino Linotype"/>
                <a:cs typeface="Palatino Linotype"/>
              </a:rPr>
              <a:t> </a:t>
            </a:r>
            <a:r>
              <a:rPr sz="2400" spc="-310" dirty="0">
                <a:solidFill>
                  <a:srgbClr val="071719"/>
                </a:solidFill>
                <a:latin typeface="Palatino Linotype"/>
                <a:cs typeface="Palatino Linotype"/>
              </a:rPr>
              <a:t>t</a:t>
            </a:r>
            <a:r>
              <a:rPr sz="2400" spc="-215" dirty="0">
                <a:solidFill>
                  <a:srgbClr val="071719"/>
                </a:solidFill>
                <a:latin typeface="Palatino Linotype"/>
                <a:cs typeface="Palatino Linotype"/>
              </a:rPr>
              <a:t> </a:t>
            </a:r>
            <a:r>
              <a:rPr sz="2400" spc="-330" dirty="0">
                <a:solidFill>
                  <a:srgbClr val="071719"/>
                </a:solidFill>
                <a:latin typeface="Palatino Linotype"/>
                <a:cs typeface="Palatino Linotype"/>
              </a:rPr>
              <a:t>r</a:t>
            </a:r>
            <a:r>
              <a:rPr lang="en-IN" sz="2400" spc="-330" dirty="0">
                <a:solidFill>
                  <a:srgbClr val="071719"/>
                </a:solidFill>
                <a:latin typeface="Palatino Linotype"/>
                <a:cs typeface="Palatino Linotype"/>
              </a:rPr>
              <a:t> </a:t>
            </a:r>
            <a:r>
              <a:rPr sz="2400" spc="-330" dirty="0">
                <a:solidFill>
                  <a:srgbClr val="071719"/>
                </a:solidFill>
                <a:latin typeface="Palatino Linotype"/>
                <a:cs typeface="Palatino Linotype"/>
              </a:rPr>
              <a:t>e</a:t>
            </a:r>
            <a:r>
              <a:rPr lang="en-IN" sz="2400" spc="-330" dirty="0">
                <a:solidFill>
                  <a:srgbClr val="071719"/>
                </a:solidFill>
                <a:latin typeface="Palatino Linotype"/>
                <a:cs typeface="Palatino Linotype"/>
              </a:rPr>
              <a:t> </a:t>
            </a:r>
            <a:r>
              <a:rPr sz="2400" spc="-330" dirty="0">
                <a:solidFill>
                  <a:srgbClr val="071719"/>
                </a:solidFill>
                <a:latin typeface="Palatino Linotype"/>
                <a:cs typeface="Palatino Linotype"/>
              </a:rPr>
              <a:t>c</a:t>
            </a:r>
            <a:r>
              <a:rPr lang="en-IN" sz="2400" spc="-330" dirty="0">
                <a:solidFill>
                  <a:srgbClr val="071719"/>
                </a:solidFill>
                <a:latin typeface="Palatino Linotype"/>
                <a:cs typeface="Palatino Linotype"/>
              </a:rPr>
              <a:t> </a:t>
            </a:r>
            <a:r>
              <a:rPr sz="2400" spc="-330" dirty="0">
                <a:solidFill>
                  <a:srgbClr val="071719"/>
                </a:solidFill>
                <a:latin typeface="Palatino Linotype"/>
                <a:cs typeface="Palatino Linotype"/>
              </a:rPr>
              <a:t>o</a:t>
            </a:r>
            <a:r>
              <a:rPr lang="en-IN" sz="2400" spc="-330" dirty="0">
                <a:solidFill>
                  <a:srgbClr val="071719"/>
                </a:solidFill>
                <a:latin typeface="Palatino Linotype"/>
                <a:cs typeface="Palatino Linotype"/>
              </a:rPr>
              <a:t> </a:t>
            </a:r>
            <a:r>
              <a:rPr sz="2400" spc="-330" dirty="0">
                <a:solidFill>
                  <a:srgbClr val="071719"/>
                </a:solidFill>
                <a:latin typeface="Palatino Linotype"/>
                <a:cs typeface="Palatino Linotype"/>
              </a:rPr>
              <a:t>m</a:t>
            </a:r>
            <a:r>
              <a:rPr lang="en-IN" sz="2400" spc="-330" dirty="0">
                <a:solidFill>
                  <a:srgbClr val="071719"/>
                </a:solidFill>
                <a:latin typeface="Palatino Linotype"/>
                <a:cs typeface="Palatino Linotype"/>
              </a:rPr>
              <a:t> </a:t>
            </a:r>
            <a:r>
              <a:rPr sz="2400" spc="-330" dirty="0">
                <a:solidFill>
                  <a:srgbClr val="071719"/>
                </a:solidFill>
                <a:latin typeface="Palatino Linotype"/>
                <a:cs typeface="Palatino Linotype"/>
              </a:rPr>
              <a:t>m</a:t>
            </a:r>
            <a:r>
              <a:rPr lang="en-IN" sz="2400" spc="-330" dirty="0">
                <a:solidFill>
                  <a:srgbClr val="071719"/>
                </a:solidFill>
                <a:latin typeface="Palatino Linotype"/>
                <a:cs typeface="Palatino Linotype"/>
              </a:rPr>
              <a:t> </a:t>
            </a:r>
            <a:r>
              <a:rPr sz="2400" spc="-330" dirty="0">
                <a:solidFill>
                  <a:srgbClr val="071719"/>
                </a:solidFill>
                <a:latin typeface="Palatino Linotype"/>
                <a:cs typeface="Palatino Linotype"/>
              </a:rPr>
              <a:t>e</a:t>
            </a:r>
            <a:r>
              <a:rPr lang="en-IN" sz="2400" spc="-330" dirty="0">
                <a:solidFill>
                  <a:srgbClr val="071719"/>
                </a:solidFill>
                <a:latin typeface="Palatino Linotype"/>
                <a:cs typeface="Palatino Linotype"/>
              </a:rPr>
              <a:t> </a:t>
            </a:r>
            <a:r>
              <a:rPr sz="2400" spc="-330" dirty="0">
                <a:solidFill>
                  <a:srgbClr val="071719"/>
                </a:solidFill>
                <a:latin typeface="Palatino Linotype"/>
                <a:cs typeface="Palatino Linotype"/>
              </a:rPr>
              <a:t>n</a:t>
            </a:r>
            <a:r>
              <a:rPr lang="en-IN" sz="2400" spc="-330" dirty="0">
                <a:solidFill>
                  <a:srgbClr val="071719"/>
                </a:solidFill>
                <a:latin typeface="Palatino Linotype"/>
                <a:cs typeface="Palatino Linotype"/>
              </a:rPr>
              <a:t> </a:t>
            </a:r>
            <a:r>
              <a:rPr sz="2400" spc="-330" dirty="0">
                <a:solidFill>
                  <a:srgbClr val="071719"/>
                </a:solidFill>
                <a:latin typeface="Palatino Linotype"/>
                <a:cs typeface="Palatino Linotype"/>
              </a:rPr>
              <a:t>d</a:t>
            </a:r>
            <a:r>
              <a:rPr lang="en-IN" sz="2400" spc="-330" dirty="0">
                <a:solidFill>
                  <a:srgbClr val="071719"/>
                </a:solidFill>
                <a:latin typeface="Palatino Linotype"/>
                <a:cs typeface="Palatino Linotype"/>
              </a:rPr>
              <a:t> </a:t>
            </a:r>
            <a:r>
              <a:rPr sz="2400" spc="-330" dirty="0">
                <a:solidFill>
                  <a:srgbClr val="071719"/>
                </a:solidFill>
                <a:latin typeface="Palatino Linotype"/>
                <a:cs typeface="Palatino Linotype"/>
              </a:rPr>
              <a:t>a</a:t>
            </a:r>
            <a:r>
              <a:rPr lang="en-IN" sz="2400" spc="-330" dirty="0">
                <a:solidFill>
                  <a:srgbClr val="071719"/>
                </a:solidFill>
                <a:latin typeface="Palatino Linotype"/>
                <a:cs typeface="Palatino Linotype"/>
              </a:rPr>
              <a:t> </a:t>
            </a:r>
            <a:r>
              <a:rPr sz="2400" spc="-330" dirty="0">
                <a:solidFill>
                  <a:srgbClr val="071719"/>
                </a:solidFill>
                <a:latin typeface="Palatino Linotype"/>
                <a:cs typeface="Palatino Linotype"/>
              </a:rPr>
              <a:t>t</a:t>
            </a:r>
            <a:r>
              <a:rPr lang="en-IN" sz="2400" spc="-330" dirty="0">
                <a:solidFill>
                  <a:srgbClr val="071719"/>
                </a:solidFill>
                <a:latin typeface="Palatino Linotype"/>
                <a:cs typeface="Palatino Linotype"/>
              </a:rPr>
              <a:t> I </a:t>
            </a:r>
            <a:r>
              <a:rPr sz="2400" spc="-330" dirty="0">
                <a:solidFill>
                  <a:srgbClr val="071719"/>
                </a:solidFill>
                <a:latin typeface="Palatino Linotype"/>
                <a:cs typeface="Palatino Linotype"/>
              </a:rPr>
              <a:t>o</a:t>
            </a:r>
            <a:r>
              <a:rPr lang="en-IN" sz="2400" spc="-330" dirty="0">
                <a:solidFill>
                  <a:srgbClr val="071719"/>
                </a:solidFill>
                <a:latin typeface="Palatino Linotype"/>
                <a:cs typeface="Palatino Linotype"/>
              </a:rPr>
              <a:t> </a:t>
            </a:r>
            <a:r>
              <a:rPr sz="2400" spc="-330" dirty="0">
                <a:solidFill>
                  <a:srgbClr val="071719"/>
                </a:solidFill>
                <a:latin typeface="Palatino Linotype"/>
                <a:cs typeface="Palatino Linotype"/>
              </a:rPr>
              <a:t>n</a:t>
            </a:r>
            <a:endParaRPr sz="2400" dirty="0">
              <a:latin typeface="Palatino Linotype"/>
              <a:cs typeface="Palatino Linotype"/>
            </a:endParaRPr>
          </a:p>
        </p:txBody>
      </p:sp>
      <p:sp>
        <p:nvSpPr>
          <p:cNvPr id="443" name="object 443"/>
          <p:cNvSpPr txBox="1"/>
          <p:nvPr/>
        </p:nvSpPr>
        <p:spPr>
          <a:xfrm>
            <a:off x="9674224" y="6569075"/>
            <a:ext cx="3829685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600" spc="120" dirty="0">
                <a:solidFill>
                  <a:srgbClr val="808080"/>
                </a:solidFill>
                <a:latin typeface="Calibri"/>
                <a:cs typeface="Calibri"/>
              </a:rPr>
              <a:t>System</a:t>
            </a:r>
            <a:r>
              <a:rPr sz="1600" spc="-30" dirty="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sz="1600" spc="60" dirty="0">
                <a:solidFill>
                  <a:srgbClr val="808080"/>
                </a:solidFill>
                <a:latin typeface="Calibri"/>
                <a:cs typeface="Calibri"/>
              </a:rPr>
              <a:t>retrieves</a:t>
            </a:r>
            <a:r>
              <a:rPr sz="1600" spc="-25" dirty="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sz="1600" spc="100" dirty="0">
                <a:solidFill>
                  <a:srgbClr val="808080"/>
                </a:solidFill>
                <a:latin typeface="Calibri"/>
                <a:cs typeface="Calibri"/>
              </a:rPr>
              <a:t>and</a:t>
            </a:r>
            <a:r>
              <a:rPr sz="1600" spc="-25" dirty="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sz="1600" spc="75" dirty="0">
                <a:solidFill>
                  <a:srgbClr val="808080"/>
                </a:solidFill>
                <a:latin typeface="Calibri"/>
                <a:cs typeface="Calibri"/>
              </a:rPr>
              <a:t>displays</a:t>
            </a:r>
            <a:r>
              <a:rPr sz="1600" spc="-25" dirty="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sz="1600" spc="75" dirty="0">
                <a:solidFill>
                  <a:srgbClr val="808080"/>
                </a:solidFill>
                <a:latin typeface="Calibri"/>
                <a:cs typeface="Calibri"/>
              </a:rPr>
              <a:t>targeted treatment</a:t>
            </a:r>
            <a:r>
              <a:rPr sz="1600" spc="-15" dirty="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sz="1600" spc="80" dirty="0">
                <a:solidFill>
                  <a:srgbClr val="808080"/>
                </a:solidFill>
                <a:latin typeface="Calibri"/>
                <a:cs typeface="Calibri"/>
              </a:rPr>
              <a:t>options</a:t>
            </a:r>
            <a:r>
              <a:rPr sz="1600" spc="-15" dirty="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sz="1600" spc="100" dirty="0">
                <a:solidFill>
                  <a:srgbClr val="808080"/>
                </a:solidFill>
                <a:latin typeface="Calibri"/>
                <a:cs typeface="Calibri"/>
              </a:rPr>
              <a:t>and</a:t>
            </a:r>
            <a:r>
              <a:rPr sz="1600" spc="-15" dirty="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sz="1600" spc="65" dirty="0">
                <a:solidFill>
                  <a:srgbClr val="808080"/>
                </a:solidFill>
                <a:latin typeface="Calibri"/>
                <a:cs typeface="Calibri"/>
              </a:rPr>
              <a:t>preventive</a:t>
            </a:r>
            <a:r>
              <a:rPr sz="1600" spc="-15" dirty="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sz="1600" spc="85" dirty="0">
                <a:solidFill>
                  <a:srgbClr val="808080"/>
                </a:solidFill>
                <a:latin typeface="Calibri"/>
                <a:cs typeface="Calibri"/>
              </a:rPr>
              <a:t>measures </a:t>
            </a:r>
            <a:r>
              <a:rPr sz="1600" spc="50" dirty="0">
                <a:solidFill>
                  <a:srgbClr val="808080"/>
                </a:solidFill>
                <a:latin typeface="Calibri"/>
                <a:cs typeface="Calibri"/>
              </a:rPr>
              <a:t>for</a:t>
            </a:r>
            <a:r>
              <a:rPr sz="1600" spc="-25" dirty="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sz="1600" spc="85" dirty="0">
                <a:solidFill>
                  <a:srgbClr val="808080"/>
                </a:solidFill>
                <a:latin typeface="Calibri"/>
                <a:cs typeface="Calibri"/>
              </a:rPr>
              <a:t>the</a:t>
            </a:r>
            <a:r>
              <a:rPr sz="1600" spc="-20" dirty="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sz="1600" spc="60" dirty="0">
                <a:solidFill>
                  <a:srgbClr val="808080"/>
                </a:solidFill>
                <a:latin typeface="Calibri"/>
                <a:cs typeface="Calibri"/>
              </a:rPr>
              <a:t>identified</a:t>
            </a:r>
            <a:r>
              <a:rPr sz="1600" spc="-20" dirty="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sz="1600" spc="65" dirty="0">
                <a:solidFill>
                  <a:srgbClr val="808080"/>
                </a:solidFill>
                <a:latin typeface="Calibri"/>
                <a:cs typeface="Calibri"/>
              </a:rPr>
              <a:t>disease.</a:t>
            </a:r>
            <a:endParaRPr sz="1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794CBB0-BC14-FCA5-D7B2-F61D2CEDE1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8"/>
          <a:stretch>
            <a:fillRect/>
          </a:stretch>
        </p:blipFill>
        <p:spPr>
          <a:xfrm>
            <a:off x="0" y="0"/>
            <a:ext cx="14401800" cy="81026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34950975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104</TotalTime>
  <Words>544</Words>
  <Application>Microsoft Office PowerPoint</Application>
  <PresentationFormat>Custom</PresentationFormat>
  <Paragraphs>63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Meiryo UI</vt:lpstr>
      <vt:lpstr>Arial</vt:lpstr>
      <vt:lpstr>Arial Black</vt:lpstr>
      <vt:lpstr>Calibri</vt:lpstr>
      <vt:lpstr>Palatino Linotype</vt:lpstr>
      <vt:lpstr>Office Theme</vt:lpstr>
      <vt:lpstr>PowerPoint Presentation</vt:lpstr>
      <vt:lpstr>Introduction</vt:lpstr>
      <vt:lpstr>E x i s t I n g         s y s t e m</vt:lpstr>
      <vt:lpstr>Proposed System</vt:lpstr>
      <vt:lpstr>S y s t e m  A r c h i t e c t u r e</vt:lpstr>
      <vt:lpstr>01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chaitu.charan91826681@gmail.com</cp:lastModifiedBy>
  <cp:revision>1</cp:revision>
  <dcterms:created xsi:type="dcterms:W3CDTF">2026-04-12T12:32:54Z</dcterms:created>
  <dcterms:modified xsi:type="dcterms:W3CDTF">2025-04-12T16:30:35Z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2026-04-12T00:00:00Z</vt:filetime>
  </property>
  <property fmtid="{D5CDD505-2E9C-101B-9397-08002B2CF9AE}" pid="3" name="Creator">
    <vt:lpwstr>Chronicle (https://chroniclehq.com)</vt:lpwstr>
  </property>
  <property fmtid="{D5CDD505-2E9C-101B-9397-08002B2CF9AE}" pid="4" name="LastSaved">
    <vt:filetime>2026-04-12T00:00:00Z</vt:filetime>
  </property>
  <property fmtid="{D5CDD505-2E9C-101B-9397-08002B2CF9AE}" pid="5" name="Producer">
    <vt:lpwstr>Chronicle</vt:lpwstr>
  </property>
</Properties>
</file>